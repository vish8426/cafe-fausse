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authors.xml" ContentType="application/vnd.ms-powerpoint.author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handoutMasterIdLst>
    <p:handoutMasterId r:id="rId12"/>
  </p:handoutMasterIdLst>
  <p:sldIdLst>
    <p:sldId id="335" r:id="rId2"/>
    <p:sldId id="350" r:id="rId3"/>
    <p:sldId id="419" r:id="rId4"/>
    <p:sldId id="343" r:id="rId5"/>
    <p:sldId id="334" r:id="rId6"/>
    <p:sldId id="360" r:id="rId7"/>
    <p:sldId id="367" r:id="rId8"/>
    <p:sldId id="403" r:id="rId9"/>
    <p:sldId id="413"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userDrawn="1">
          <p15:clr>
            <a:srgbClr val="A4A3A4"/>
          </p15:clr>
        </p15:guide>
        <p15:guide id="3" orient="horz" pos="216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B61859B-CD95-EDC3-B51C-458513B4006A}" name="Michelle Leung" initials="ML" userId="245e770372dbf636"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4D63"/>
    <a:srgbClr val="79899F"/>
    <a:srgbClr val="A8A8A8"/>
    <a:srgbClr val="EFEFEF"/>
    <a:srgbClr val="3C4C5F"/>
    <a:srgbClr val="E5E5E5"/>
    <a:srgbClr val="323232"/>
    <a:srgbClr val="4D7AFF"/>
    <a:srgbClr val="FF6C5B"/>
    <a:srgbClr val="FFC95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865" autoAdjust="0"/>
    <p:restoredTop sz="88539" autoAdjust="0"/>
  </p:normalViewPr>
  <p:slideViewPr>
    <p:cSldViewPr snapToGrid="0">
      <p:cViewPr varScale="1">
        <p:scale>
          <a:sx n="147" d="100"/>
          <a:sy n="147" d="100"/>
        </p:scale>
        <p:origin x="1062" y="120"/>
      </p:cViewPr>
      <p:guideLst>
        <p:guide pos="3840"/>
        <p:guide orient="horz" pos="2160"/>
      </p:guideLst>
    </p:cSldViewPr>
  </p:slideViewPr>
  <p:outlineViewPr>
    <p:cViewPr>
      <p:scale>
        <a:sx n="33" d="100"/>
        <a:sy n="33" d="100"/>
      </p:scale>
      <p:origin x="0" y="0"/>
    </p:cViewPr>
  </p:outlineViewPr>
  <p:notesTextViewPr>
    <p:cViewPr>
      <p:scale>
        <a:sx n="1" d="1"/>
        <a:sy n="1" d="1"/>
      </p:scale>
      <p:origin x="0" y="0"/>
    </p:cViewPr>
  </p:notesTextViewPr>
  <p:sorterViewPr>
    <p:cViewPr>
      <p:scale>
        <a:sx n="50" d="100"/>
        <a:sy n="50" d="100"/>
      </p:scale>
      <p:origin x="0" y="0"/>
    </p:cViewPr>
  </p:sorterViewPr>
  <p:notesViewPr>
    <p:cSldViewPr snapToGrid="0">
      <p:cViewPr varScale="1">
        <p:scale>
          <a:sx n="64" d="100"/>
          <a:sy n="64" d="100"/>
        </p:scale>
        <p:origin x="2832" y="63"/>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24" Type="http://schemas.microsoft.com/office/2018/10/relationships/authors" Target="authors.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BB93BCC-DBBC-4B32-B4BF-A823C88AC731}" type="datetimeFigureOut">
              <a:rPr lang="en-GB" smtClean="0"/>
              <a:t>24/12/2025</a:t>
            </a:fld>
            <a:endParaRPr lang="en-GB"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FBE86C-D3BF-4386-81D7-D6AD31002EB1}" type="slidenum">
              <a:rPr lang="en-GB" smtClean="0"/>
              <a:t>‹#›</a:t>
            </a:fld>
            <a:endParaRPr lang="en-GB"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1C254D-08F2-4CB4-BBF3-D5560E3DFB48}" type="datetimeFigureOut">
              <a:rPr lang="en-GB" smtClean="0"/>
              <a:t>24/12/2025</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482DF7-BC80-48FA-8088-1990ED6B5D99}" type="slidenum">
              <a:rPr lang="en-GB" smtClean="0"/>
              <a:t>‹#›</a:t>
            </a:fld>
            <a:endParaRPr lang="en-GB" dirty="0"/>
          </a:p>
        </p:txBody>
      </p:sp>
    </p:spTree>
    <p:extLst>
      <p:ext uri="{BB962C8B-B14F-4D97-AF65-F5344CB8AC3E}">
        <p14:creationId xmlns:p14="http://schemas.microsoft.com/office/powerpoint/2010/main" val="39156012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67482DF7-BC80-48FA-8088-1990ED6B5D99}" type="slidenum">
              <a:rPr lang="en-GB" smtClean="0"/>
              <a:t>1</a:t>
            </a:fld>
            <a:endParaRPr lang="en-GB" dirty="0"/>
          </a:p>
        </p:txBody>
      </p:sp>
    </p:spTree>
    <p:extLst>
      <p:ext uri="{BB962C8B-B14F-4D97-AF65-F5344CB8AC3E}">
        <p14:creationId xmlns:p14="http://schemas.microsoft.com/office/powerpoint/2010/main" val="36053789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67482DF7-BC80-48FA-8088-1990ED6B5D99}" type="slidenum">
              <a:rPr lang="en-GB" smtClean="0"/>
              <a:t>2</a:t>
            </a:fld>
            <a:endParaRPr lang="en-GB" dirty="0"/>
          </a:p>
        </p:txBody>
      </p:sp>
    </p:spTree>
    <p:extLst>
      <p:ext uri="{BB962C8B-B14F-4D97-AF65-F5344CB8AC3E}">
        <p14:creationId xmlns:p14="http://schemas.microsoft.com/office/powerpoint/2010/main" val="24813086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67482DF7-BC80-48FA-8088-1990ED6B5D99}" type="slidenum">
              <a:rPr lang="en-GB" smtClean="0"/>
              <a:t>3</a:t>
            </a:fld>
            <a:endParaRPr lang="en-GB" dirty="0"/>
          </a:p>
        </p:txBody>
      </p:sp>
    </p:spTree>
    <p:extLst>
      <p:ext uri="{BB962C8B-B14F-4D97-AF65-F5344CB8AC3E}">
        <p14:creationId xmlns:p14="http://schemas.microsoft.com/office/powerpoint/2010/main" val="36247937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67482DF7-BC80-48FA-8088-1990ED6B5D99}" type="slidenum">
              <a:rPr lang="en-GB" smtClean="0"/>
              <a:t>4</a:t>
            </a:fld>
            <a:endParaRPr lang="en-GB" dirty="0"/>
          </a:p>
        </p:txBody>
      </p:sp>
    </p:spTree>
    <p:extLst>
      <p:ext uri="{BB962C8B-B14F-4D97-AF65-F5344CB8AC3E}">
        <p14:creationId xmlns:p14="http://schemas.microsoft.com/office/powerpoint/2010/main" val="154131264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48_Title Only">
    <p:bg>
      <p:bgPr>
        <a:solidFill>
          <a:srgbClr val="FF4D6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AB46402-E32F-770C-B6B2-3A039DF07DBA}"/>
              </a:ext>
            </a:extLst>
          </p:cNvPr>
          <p:cNvSpPr>
            <a:spLocks noGrp="1"/>
          </p:cNvSpPr>
          <p:nvPr>
            <p:ph type="title"/>
          </p:nvPr>
        </p:nvSpPr>
        <p:spPr>
          <a:xfrm>
            <a:off x="923746" y="1562909"/>
            <a:ext cx="5827862" cy="1849470"/>
          </a:xfrm>
          <a:prstGeom prst="rect">
            <a:avLst/>
          </a:prstGeom>
        </p:spPr>
        <p:txBody>
          <a:bodyPr lIns="0" tIns="0" rIns="0" bIns="0"/>
          <a:lstStyle>
            <a:lvl1pPr algn="l">
              <a:defRPr lang="en-US" sz="4400" b="0" kern="1200">
                <a:solidFill>
                  <a:schemeClr val="bg1"/>
                </a:solidFill>
                <a:latin typeface="Lab Grotesque Bold" panose="00000800000000000000" pitchFamily="50" charset="0"/>
                <a:ea typeface="Alibaba PuHuiTi 2.0 105 Heavy" panose="00020600040101010101" pitchFamily="18" charset="-122"/>
                <a:cs typeface="Alibaba PuHuiTi 2.0 105 Heavy" panose="00020600040101010101" pitchFamily="18" charset="-122"/>
              </a:defRPr>
            </a:lvl1pPr>
          </a:lstStyle>
          <a:p>
            <a:r>
              <a:rPr lang="en-US" dirty="0"/>
              <a:t>Click to edit Master title style</a:t>
            </a:r>
            <a:endParaRPr lang="en-GB" dirty="0"/>
          </a:p>
        </p:txBody>
      </p:sp>
      <p:pic>
        <p:nvPicPr>
          <p:cNvPr id="3" name="Picture 2" descr="A dotted line on a black background&#10;&#10;Description automatically generated">
            <a:extLst>
              <a:ext uri="{FF2B5EF4-FFF2-40B4-BE49-F238E27FC236}">
                <a16:creationId xmlns="" xmlns:a16="http://schemas.microsoft.com/office/drawing/2014/main" id="{70E12AD9-E630-86EA-4764-8EB6B4D4B67B}"/>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rot="6022462">
            <a:off x="-391217" y="-1141351"/>
            <a:ext cx="4832359" cy="4382000"/>
          </a:xfrm>
          <a:prstGeom prst="rect">
            <a:avLst/>
          </a:prstGeom>
        </p:spPr>
      </p:pic>
      <p:pic>
        <p:nvPicPr>
          <p:cNvPr id="4" name="Picture 3">
            <a:extLst>
              <a:ext uri="{FF2B5EF4-FFF2-40B4-BE49-F238E27FC236}">
                <a16:creationId xmlns="" xmlns:a16="http://schemas.microsoft.com/office/drawing/2014/main" id="{94071F3D-8585-EEFC-D754-5A1C02DD8F9C}"/>
              </a:ext>
            </a:extLst>
          </p:cNvPr>
          <p:cNvPicPr>
            <a:picLocks noGrp="1" noRot="1" noChangeAspect="1" noMove="1" noResize="1" noEditPoints="1" noAdjustHandles="1" noChangeArrowheads="1" noChangeShapeType="1" noCrop="1"/>
          </p:cNvPicPr>
          <p:nvPr userDrawn="1"/>
        </p:nvPicPr>
        <p:blipFill rotWithShape="1">
          <a:blip r:embed="rId3" cstate="print">
            <a:alphaModFix amt="30000"/>
            <a:extLst>
              <a:ext uri="{28A0092B-C50C-407E-A947-70E740481C1C}">
                <a14:useLocalDpi xmlns:a14="http://schemas.microsoft.com/office/drawing/2010/main" val="0"/>
              </a:ext>
            </a:extLst>
          </a:blip>
          <a:srcRect t="50000"/>
          <a:stretch/>
        </p:blipFill>
        <p:spPr>
          <a:xfrm>
            <a:off x="7880279" y="0"/>
            <a:ext cx="4311721" cy="2487644"/>
          </a:xfrm>
          <a:prstGeom prst="rect">
            <a:avLst/>
          </a:prstGeom>
        </p:spPr>
      </p:pic>
      <p:pic>
        <p:nvPicPr>
          <p:cNvPr id="5" name="Picture 4" descr="A white logo on a black background&#10;&#10;Description automatically generated with low confidence">
            <a:extLst>
              <a:ext uri="{FF2B5EF4-FFF2-40B4-BE49-F238E27FC236}">
                <a16:creationId xmlns="" xmlns:a16="http://schemas.microsoft.com/office/drawing/2014/main" id="{60CD71F5-6F71-88E5-074E-398634428F09}"/>
              </a:ext>
            </a:extLst>
          </p:cNvPr>
          <p:cNvPicPr>
            <a:picLocks noGrp="1" noRot="1" noChangeAspect="1" noMove="1" noResize="1" noEditPoints="1" noAdjustHandles="1" noChangeArrowheads="1" noChangeShapeType="1" noCrop="1"/>
          </p:cNvPicPr>
          <p:nvPr userDrawn="1"/>
        </p:nvPicPr>
        <p:blipFill rotWithShape="1">
          <a:blip r:embed="rId4" cstate="print">
            <a:extLst>
              <a:ext uri="{28A0092B-C50C-407E-A947-70E740481C1C}">
                <a14:useLocalDpi xmlns:a14="http://schemas.microsoft.com/office/drawing/2010/main" val="0"/>
              </a:ext>
            </a:extLst>
          </a:blip>
          <a:srcRect l="10133" t="20553" r="9375" b="23470"/>
          <a:stretch/>
        </p:blipFill>
        <p:spPr>
          <a:xfrm>
            <a:off x="9852067" y="5887388"/>
            <a:ext cx="1847254" cy="591386"/>
          </a:xfrm>
          <a:prstGeom prst="rect">
            <a:avLst/>
          </a:prstGeom>
        </p:spPr>
      </p:pic>
      <p:grpSp>
        <p:nvGrpSpPr>
          <p:cNvPr id="7" name="Group 6">
            <a:extLst>
              <a:ext uri="{FF2B5EF4-FFF2-40B4-BE49-F238E27FC236}">
                <a16:creationId xmlns="" xmlns:a16="http://schemas.microsoft.com/office/drawing/2014/main" id="{6A2E3795-13CB-1955-BBFE-BFB33DDC4735}"/>
              </a:ext>
            </a:extLst>
          </p:cNvPr>
          <p:cNvGrpSpPr>
            <a:grpSpLocks noGrp="1" noUngrp="1" noRot="1" noMove="1" noResize="1"/>
          </p:cNvGrpSpPr>
          <p:nvPr userDrawn="1"/>
        </p:nvGrpSpPr>
        <p:grpSpPr>
          <a:xfrm>
            <a:off x="5090437" y="2239747"/>
            <a:ext cx="5562470" cy="5364697"/>
            <a:chOff x="5283110" y="2263653"/>
            <a:chExt cx="5562470" cy="5364697"/>
          </a:xfrm>
        </p:grpSpPr>
        <p:pic>
          <p:nvPicPr>
            <p:cNvPr id="8" name="Picture 7" descr="A white dotted line on a black background&#10;&#10;Description automatically generated">
              <a:extLst>
                <a:ext uri="{FF2B5EF4-FFF2-40B4-BE49-F238E27FC236}">
                  <a16:creationId xmlns="" xmlns:a16="http://schemas.microsoft.com/office/drawing/2014/main" id="{0DC6FBFC-98CF-62BD-326C-37185EC8FE0F}"/>
                </a:ext>
              </a:extLst>
            </p:cNvPr>
            <p:cNvPicPr>
              <a:picLocks noGrp="1" noRot="1" noChangeAspect="1" noMove="1" noResize="1" noEditPoints="1" noAdjustHandles="1" noChangeArrowheads="1" noChangeShapeType="1" noCrop="1"/>
            </p:cNvPicPr>
            <p:nvPr/>
          </p:nvPicPr>
          <p:blipFill>
            <a:blip r:embed="rId5" cstate="print">
              <a:extLst>
                <a:ext uri="{28A0092B-C50C-407E-A947-70E740481C1C}">
                  <a14:useLocalDpi xmlns:a14="http://schemas.microsoft.com/office/drawing/2010/main" val="0"/>
                </a:ext>
              </a:extLst>
            </a:blip>
            <a:stretch>
              <a:fillRect/>
            </a:stretch>
          </p:blipFill>
          <p:spPr>
            <a:xfrm rot="1213168">
              <a:off x="5283110" y="4453248"/>
              <a:ext cx="4087140" cy="3175102"/>
            </a:xfrm>
            <a:prstGeom prst="rect">
              <a:avLst/>
            </a:prstGeom>
          </p:spPr>
        </p:pic>
        <p:pic>
          <p:nvPicPr>
            <p:cNvPr id="9" name="Picture 8" descr="A cartoon rocket with a black circle&#10;&#10;Description automatically generated">
              <a:extLst>
                <a:ext uri="{FF2B5EF4-FFF2-40B4-BE49-F238E27FC236}">
                  <a16:creationId xmlns="" xmlns:a16="http://schemas.microsoft.com/office/drawing/2014/main" id="{B4D5A448-DB5B-62A4-B9BF-DDCA839188FA}"/>
                </a:ext>
              </a:extLst>
            </p:cNvPr>
            <p:cNvPicPr>
              <a:picLocks noGrp="1" noRot="1" noChangeAspect="1" noMove="1" noResize="1" noEditPoints="1" noAdjustHandles="1" noChangeArrowheads="1" noChangeShapeType="1" noCrop="1"/>
            </p:cNvPicPr>
            <p:nvPr/>
          </p:nvPicPr>
          <p:blipFill>
            <a:blip r:embed="rId6" cstate="print">
              <a:extLst>
                <a:ext uri="{28A0092B-C50C-407E-A947-70E740481C1C}">
                  <a14:useLocalDpi xmlns:a14="http://schemas.microsoft.com/office/drawing/2010/main" val="0"/>
                </a:ext>
              </a:extLst>
            </a:blip>
            <a:stretch>
              <a:fillRect/>
            </a:stretch>
          </p:blipFill>
          <p:spPr>
            <a:xfrm rot="884030">
              <a:off x="9073093" y="2263653"/>
              <a:ext cx="1772487" cy="3553012"/>
            </a:xfrm>
            <a:prstGeom prst="rect">
              <a:avLst/>
            </a:prstGeom>
          </p:spPr>
        </p:pic>
      </p:grpSp>
    </p:spTree>
    <p:extLst>
      <p:ext uri="{BB962C8B-B14F-4D97-AF65-F5344CB8AC3E}">
        <p14:creationId xmlns:p14="http://schemas.microsoft.com/office/powerpoint/2010/main" val="5005296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2_Title Only">
    <p:bg>
      <p:bgPr>
        <a:solidFill>
          <a:srgbClr val="FF4D63"/>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 xmlns:a16="http://schemas.microsoft.com/office/drawing/2014/main" id="{1273AA87-BC15-2278-4551-A2C779479625}"/>
              </a:ext>
            </a:extLst>
          </p:cNvPr>
          <p:cNvPicPr>
            <a:picLocks noGrp="1" noRot="1" noChangeAspect="1" noMove="1" noResize="1" noEditPoints="1" noAdjustHandles="1" noChangeArrowheads="1" noChangeShapeType="1" noCrop="1"/>
          </p:cNvPicPr>
          <p:nvPr userDrawn="1"/>
        </p:nvPicPr>
        <p:blipFill rotWithShape="1">
          <a:blip r:embed="rId2" cstate="print">
            <a:alphaModFix amt="30000"/>
            <a:extLst>
              <a:ext uri="{28A0092B-C50C-407E-A947-70E740481C1C}">
                <a14:useLocalDpi xmlns:a14="http://schemas.microsoft.com/office/drawing/2010/main" val="0"/>
              </a:ext>
            </a:extLst>
          </a:blip>
          <a:srcRect l="25117" t="37577"/>
          <a:stretch/>
        </p:blipFill>
        <p:spPr>
          <a:xfrm>
            <a:off x="0" y="-1"/>
            <a:ext cx="5752727" cy="5533543"/>
          </a:xfrm>
          <a:prstGeom prst="rect">
            <a:avLst/>
          </a:prstGeom>
        </p:spPr>
      </p:pic>
      <p:sp>
        <p:nvSpPr>
          <p:cNvPr id="2" name="Title 1"/>
          <p:cNvSpPr>
            <a:spLocks noGrp="1"/>
          </p:cNvSpPr>
          <p:nvPr userDrawn="1">
            <p:ph type="title" hasCustomPrompt="1"/>
          </p:nvPr>
        </p:nvSpPr>
        <p:spPr>
          <a:xfrm>
            <a:off x="2016277" y="2623670"/>
            <a:ext cx="8159444" cy="812549"/>
          </a:xfrm>
          <a:prstGeom prst="rect">
            <a:avLst/>
          </a:prstGeom>
        </p:spPr>
        <p:txBody>
          <a:bodyPr lIns="0" tIns="0" rIns="0" bIns="0"/>
          <a:lstStyle>
            <a:lvl1pPr algn="ctr">
              <a:defRPr lang="en-GB" sz="6000" b="0">
                <a:solidFill>
                  <a:schemeClr val="bg1"/>
                </a:solidFill>
                <a:latin typeface="Lab Grotesque Bold" panose="00000800000000000000" pitchFamily="50" charset="0"/>
                <a:ea typeface="Alibaba PuHuiTi 2.0 105 Heavy" panose="00020600040101010101" pitchFamily="18" charset="-122"/>
                <a:cs typeface="Alibaba PuHuiTi 2.0 105 Heavy" panose="00020600040101010101" pitchFamily="18" charset="-122"/>
              </a:defRPr>
            </a:lvl1pPr>
          </a:lstStyle>
          <a:p>
            <a:pPr lvl="0"/>
            <a:r>
              <a:rPr lang="en-US" dirty="0"/>
              <a:t>[Presentation’s Title]</a:t>
            </a:r>
            <a:endParaRPr lang="en-GB" dirty="0"/>
          </a:p>
        </p:txBody>
      </p:sp>
      <p:pic>
        <p:nvPicPr>
          <p:cNvPr id="3" name="Picture 2" descr="A white logo on a black background&#10;&#10;Description automatically generated with low confidence">
            <a:extLst>
              <a:ext uri="{FF2B5EF4-FFF2-40B4-BE49-F238E27FC236}">
                <a16:creationId xmlns="" xmlns:a16="http://schemas.microsoft.com/office/drawing/2014/main" id="{E6F085CD-6BB6-6D1F-6ECA-DC1AB1C645A9}"/>
              </a:ext>
            </a:extLst>
          </p:cNvPr>
          <p:cNvPicPr>
            <a:picLocks noGrp="1" noRot="1" noChangeAspec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val="0"/>
              </a:ext>
            </a:extLst>
          </a:blip>
          <a:srcRect l="10133" t="20553" r="9375" b="23470"/>
          <a:stretch/>
        </p:blipFill>
        <p:spPr>
          <a:xfrm>
            <a:off x="415546" y="328944"/>
            <a:ext cx="1847254" cy="591386"/>
          </a:xfrm>
          <a:prstGeom prst="rect">
            <a:avLst/>
          </a:prstGeom>
        </p:spPr>
      </p:pic>
      <p:sp>
        <p:nvSpPr>
          <p:cNvPr id="7" name="Text Placeholder 14">
            <a:extLst>
              <a:ext uri="{FF2B5EF4-FFF2-40B4-BE49-F238E27FC236}">
                <a16:creationId xmlns="" xmlns:a16="http://schemas.microsoft.com/office/drawing/2014/main" id="{1817F288-9761-54B2-700C-F314CE039916}"/>
              </a:ext>
            </a:extLst>
          </p:cNvPr>
          <p:cNvSpPr>
            <a:spLocks noGrp="1"/>
          </p:cNvSpPr>
          <p:nvPr>
            <p:ph type="body" sz="quarter" idx="18" hasCustomPrompt="1"/>
          </p:nvPr>
        </p:nvSpPr>
        <p:spPr>
          <a:xfrm>
            <a:off x="2016277" y="3618114"/>
            <a:ext cx="8159444" cy="283621"/>
          </a:xfrm>
          <a:prstGeom prst="rect">
            <a:avLst/>
          </a:prstGeom>
        </p:spPr>
        <p:txBody>
          <a:bodyPr lIns="0" tIns="0" rIns="0" bIns="0"/>
          <a:lstStyle>
            <a:lvl1pPr marL="0" indent="0" algn="ctr">
              <a:buFontTx/>
              <a:buNone/>
              <a:defRPr sz="1600" b="0">
                <a:solidFill>
                  <a:schemeClr val="bg1"/>
                </a:solidFill>
                <a:latin typeface="Lab Grotesque Thin" panose="00000200000000000000" pitchFamily="50" charset="0"/>
              </a:defRPr>
            </a:lvl1pPr>
          </a:lstStyle>
          <a:p>
            <a:pPr lvl="0"/>
            <a:r>
              <a:rPr lang="en-US" dirty="0"/>
              <a:t>[Presentation’s Subtitle, if any]</a:t>
            </a:r>
            <a:endParaRPr lang="en-GB" dirty="0"/>
          </a:p>
        </p:txBody>
      </p:sp>
    </p:spTree>
    <p:extLst>
      <p:ext uri="{BB962C8B-B14F-4D97-AF65-F5344CB8AC3E}">
        <p14:creationId xmlns:p14="http://schemas.microsoft.com/office/powerpoint/2010/main" val="18487021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3_Title Only">
    <p:spTree>
      <p:nvGrpSpPr>
        <p:cNvPr id="1" name=""/>
        <p:cNvGrpSpPr/>
        <p:nvPr/>
      </p:nvGrpSpPr>
      <p:grpSpPr>
        <a:xfrm>
          <a:off x="0" y="0"/>
          <a:ext cx="0" cy="0"/>
          <a:chOff x="0" y="0"/>
          <a:chExt cx="0" cy="0"/>
        </a:xfrm>
      </p:grpSpPr>
      <p:sp>
        <p:nvSpPr>
          <p:cNvPr id="6" name="Slide Number Placeholder 5">
            <a:extLst>
              <a:ext uri="{FF2B5EF4-FFF2-40B4-BE49-F238E27FC236}">
                <a16:creationId xmlns="" xmlns:a16="http://schemas.microsoft.com/office/drawing/2014/main" id="{551E417D-FF39-1C7D-340E-5F70504C1995}"/>
              </a:ext>
            </a:extLst>
          </p:cNvPr>
          <p:cNvSpPr txBox="1">
            <a:spLocks/>
          </p:cNvSpPr>
          <p:nvPr userDrawn="1"/>
        </p:nvSpPr>
        <p:spPr>
          <a:xfrm>
            <a:off x="10853417" y="6409344"/>
            <a:ext cx="960212" cy="124622"/>
          </a:xfrm>
          <a:prstGeom prst="rect">
            <a:avLst/>
          </a:prstGeom>
        </p:spPr>
        <p:txBody>
          <a:bodyPr lIns="0" tIns="0" rIns="0" bIns="0"/>
          <a:lstStyle>
            <a:defPPr>
              <a:defRPr lang="en-US"/>
            </a:defPPr>
            <a:lvl1pPr algn="r">
              <a:defRPr sz="1000" b="1">
                <a:solidFill>
                  <a:schemeClr val="bg1"/>
                </a:solidFill>
                <a:latin typeface="Apercu Pro" panose="02000506040000020004" pitchFamily="2" charset="0"/>
                <a:ea typeface="Alibaba PuHuiTi 2.0 55 Regular" panose="00020600040101010101" pitchFamily="18" charset="-122"/>
                <a:cs typeface="Alibaba PuHuiTi 2.0 55 Regular" panose="00020600040101010101" pitchFamily="18" charset="-122"/>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fld id="{4663B93F-C5C2-4CDE-B3E1-04DBF578BDFD}" type="slidenum">
              <a:rPr lang="en-GB" sz="800" b="0" smtClean="0">
                <a:solidFill>
                  <a:schemeClr val="tx1">
                    <a:lumMod val="50000"/>
                    <a:lumOff val="50000"/>
                  </a:schemeClr>
                </a:solidFill>
                <a:latin typeface="Lab Grotesque Thin" panose="00000200000000000000" pitchFamily="50" charset="0"/>
              </a:rPr>
              <a:pPr lvl="0"/>
              <a:t>‹#›</a:t>
            </a:fld>
            <a:endParaRPr lang="en-GB" sz="800" b="0" dirty="0">
              <a:solidFill>
                <a:schemeClr val="tx1">
                  <a:lumMod val="50000"/>
                  <a:lumOff val="50000"/>
                </a:schemeClr>
              </a:solidFill>
              <a:latin typeface="Lab Grotesque Thin" panose="00000200000000000000" pitchFamily="50" charset="0"/>
            </a:endParaRPr>
          </a:p>
        </p:txBody>
      </p:sp>
      <p:pic>
        <p:nvPicPr>
          <p:cNvPr id="8" name="Picture 7" descr="A close-up of a pyramid&#10;&#10;Description automatically generated with low confidence">
            <a:extLst>
              <a:ext uri="{FF2B5EF4-FFF2-40B4-BE49-F238E27FC236}">
                <a16:creationId xmlns="" xmlns:a16="http://schemas.microsoft.com/office/drawing/2014/main" id="{44446980-01AF-6C2B-6DD6-1D1B7001CC6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val="0"/>
              </a:ext>
            </a:extLst>
          </a:blip>
          <a:stretch>
            <a:fillRect/>
          </a:stretch>
        </p:blipFill>
        <p:spPr>
          <a:xfrm>
            <a:off x="230372" y="196750"/>
            <a:ext cx="395953" cy="457200"/>
          </a:xfrm>
          <a:prstGeom prst="rect">
            <a:avLst/>
          </a:prstGeom>
        </p:spPr>
      </p:pic>
      <p:sp>
        <p:nvSpPr>
          <p:cNvPr id="2" name="Title 1">
            <a:extLst>
              <a:ext uri="{FF2B5EF4-FFF2-40B4-BE49-F238E27FC236}">
                <a16:creationId xmlns="" xmlns:a16="http://schemas.microsoft.com/office/drawing/2014/main" id="{F512093F-734A-2E9E-9BF3-E2CCD1247F14}"/>
              </a:ext>
            </a:extLst>
          </p:cNvPr>
          <p:cNvSpPr>
            <a:spLocks noGrp="1"/>
          </p:cNvSpPr>
          <p:nvPr>
            <p:ph type="title"/>
          </p:nvPr>
        </p:nvSpPr>
        <p:spPr>
          <a:xfrm>
            <a:off x="1257300" y="1314869"/>
            <a:ext cx="9677400" cy="701860"/>
          </a:xfrm>
          <a:prstGeom prst="rect">
            <a:avLst/>
          </a:prstGeom>
        </p:spPr>
        <p:txBody>
          <a:bodyPr lIns="0" tIns="0" rIns="0" bIns="0"/>
          <a:lstStyle>
            <a:lvl1pPr algn="ctr">
              <a:defRPr lang="en-US" sz="4400" b="0" kern="1200">
                <a:solidFill>
                  <a:srgbClr val="323232"/>
                </a:solidFill>
                <a:latin typeface="Lab Grotesque Bold" panose="00000800000000000000" pitchFamily="50" charset="0"/>
                <a:ea typeface="Alibaba PuHuiTi 2.0 105 Heavy" panose="00020600040101010101" pitchFamily="18" charset="-122"/>
                <a:cs typeface="Alibaba PuHuiTi 2.0 105 Heavy" panose="00020600040101010101" pitchFamily="18" charset="-122"/>
              </a:defRPr>
            </a:lvl1pPr>
          </a:lstStyle>
          <a:p>
            <a:r>
              <a:rPr lang="en-US" dirty="0"/>
              <a:t>Click to edit Master title style</a:t>
            </a:r>
            <a:endParaRPr lang="en-GB" dirty="0"/>
          </a:p>
        </p:txBody>
      </p:sp>
      <p:sp>
        <p:nvSpPr>
          <p:cNvPr id="7" name="Text Placeholder 14">
            <a:extLst>
              <a:ext uri="{FF2B5EF4-FFF2-40B4-BE49-F238E27FC236}">
                <a16:creationId xmlns="" xmlns:a16="http://schemas.microsoft.com/office/drawing/2014/main" id="{C4C4D057-77F4-9A76-D177-E4E0540F9B3C}"/>
              </a:ext>
            </a:extLst>
          </p:cNvPr>
          <p:cNvSpPr>
            <a:spLocks noGrp="1"/>
          </p:cNvSpPr>
          <p:nvPr>
            <p:ph type="body" sz="quarter" idx="18" hasCustomPrompt="1"/>
          </p:nvPr>
        </p:nvSpPr>
        <p:spPr>
          <a:xfrm>
            <a:off x="2682402" y="2200753"/>
            <a:ext cx="6827196" cy="1231106"/>
          </a:xfrm>
          <a:prstGeom prst="rect">
            <a:avLst/>
          </a:prstGeom>
        </p:spPr>
        <p:txBody>
          <a:bodyPr lIns="0" tIns="0" rIns="0" bIns="0"/>
          <a:lstStyle>
            <a:lvl1pPr marL="0" indent="0" algn="ctr">
              <a:buNone/>
              <a:defRPr sz="1600" b="0">
                <a:solidFill>
                  <a:srgbClr val="323232"/>
                </a:solidFill>
                <a:latin typeface="Lab Grotesque Thin" panose="00000200000000000000" pitchFamily="50" charset="0"/>
              </a:defRPr>
            </a:lvl1pPr>
          </a:lstStyle>
          <a:p>
            <a:pPr algn="ctr"/>
            <a:r>
              <a:rPr lang="en-GB" sz="1600" dirty="0">
                <a:solidFill>
                  <a:srgbClr val="323232"/>
                </a:solidFill>
              </a:rPr>
              <a:t>Lorem ipsum </a:t>
            </a:r>
            <a:r>
              <a:rPr lang="en-GB" sz="1600" dirty="0" err="1">
                <a:solidFill>
                  <a:srgbClr val="323232"/>
                </a:solidFill>
              </a:rPr>
              <a:t>dolor</a:t>
            </a:r>
            <a:r>
              <a:rPr lang="en-GB" sz="1600" dirty="0">
                <a:solidFill>
                  <a:srgbClr val="323232"/>
                </a:solidFill>
              </a:rPr>
              <a:t> sit </a:t>
            </a:r>
            <a:r>
              <a:rPr lang="en-GB" sz="1600" dirty="0" err="1">
                <a:solidFill>
                  <a:srgbClr val="323232"/>
                </a:solidFill>
              </a:rPr>
              <a:t>amet</a:t>
            </a:r>
            <a:r>
              <a:rPr lang="en-GB" sz="1600" dirty="0">
                <a:solidFill>
                  <a:srgbClr val="323232"/>
                </a:solidFill>
              </a:rPr>
              <a:t>, </a:t>
            </a:r>
            <a:r>
              <a:rPr lang="en-GB" sz="1600" dirty="0" err="1">
                <a:solidFill>
                  <a:srgbClr val="323232"/>
                </a:solidFill>
              </a:rPr>
              <a:t>consectetur</a:t>
            </a:r>
            <a:r>
              <a:rPr lang="en-GB" sz="1600" dirty="0">
                <a:solidFill>
                  <a:srgbClr val="323232"/>
                </a:solidFill>
              </a:rPr>
              <a:t> </a:t>
            </a:r>
            <a:r>
              <a:rPr lang="en-GB" sz="1600" dirty="0" err="1">
                <a:solidFill>
                  <a:srgbClr val="323232"/>
                </a:solidFill>
              </a:rPr>
              <a:t>adipiscing</a:t>
            </a:r>
            <a:r>
              <a:rPr lang="en-GB" sz="1600" dirty="0">
                <a:solidFill>
                  <a:srgbClr val="323232"/>
                </a:solidFill>
              </a:rPr>
              <a:t> </a:t>
            </a:r>
            <a:r>
              <a:rPr lang="en-GB" sz="1600" dirty="0" err="1">
                <a:solidFill>
                  <a:srgbClr val="323232"/>
                </a:solidFill>
              </a:rPr>
              <a:t>elit</a:t>
            </a:r>
            <a:r>
              <a:rPr lang="en-GB" sz="1600" dirty="0">
                <a:solidFill>
                  <a:srgbClr val="323232"/>
                </a:solidFill>
              </a:rPr>
              <a:t>, </a:t>
            </a:r>
            <a:r>
              <a:rPr lang="en-GB" sz="1600" dirty="0" err="1">
                <a:solidFill>
                  <a:srgbClr val="323232"/>
                </a:solidFill>
              </a:rPr>
              <a:t>sed</a:t>
            </a:r>
            <a:r>
              <a:rPr lang="en-GB" sz="1600" dirty="0">
                <a:solidFill>
                  <a:srgbClr val="323232"/>
                </a:solidFill>
              </a:rPr>
              <a:t> do </a:t>
            </a:r>
            <a:r>
              <a:rPr lang="en-GB" sz="1600" dirty="0" err="1">
                <a:solidFill>
                  <a:srgbClr val="323232"/>
                </a:solidFill>
              </a:rPr>
              <a:t>eiusmod</a:t>
            </a:r>
            <a:r>
              <a:rPr lang="en-GB" sz="1600" dirty="0">
                <a:solidFill>
                  <a:srgbClr val="323232"/>
                </a:solidFill>
              </a:rPr>
              <a:t> </a:t>
            </a:r>
            <a:r>
              <a:rPr lang="en-GB" sz="1600" dirty="0" err="1">
                <a:solidFill>
                  <a:srgbClr val="323232"/>
                </a:solidFill>
              </a:rPr>
              <a:t>tempor</a:t>
            </a:r>
            <a:r>
              <a:rPr lang="en-GB" sz="1600" dirty="0">
                <a:solidFill>
                  <a:srgbClr val="323232"/>
                </a:solidFill>
              </a:rPr>
              <a:t> </a:t>
            </a:r>
            <a:r>
              <a:rPr lang="en-GB" sz="1600" dirty="0" err="1">
                <a:solidFill>
                  <a:srgbClr val="323232"/>
                </a:solidFill>
              </a:rPr>
              <a:t>incididunt</a:t>
            </a:r>
            <a:r>
              <a:rPr lang="en-GB" sz="1600" dirty="0">
                <a:solidFill>
                  <a:srgbClr val="323232"/>
                </a:solidFill>
              </a:rPr>
              <a:t> </a:t>
            </a:r>
            <a:r>
              <a:rPr lang="en-GB" sz="1600" dirty="0" err="1">
                <a:solidFill>
                  <a:srgbClr val="323232"/>
                </a:solidFill>
              </a:rPr>
              <a:t>ut</a:t>
            </a:r>
            <a:r>
              <a:rPr lang="en-GB" sz="1600" dirty="0">
                <a:solidFill>
                  <a:srgbClr val="323232"/>
                </a:solidFill>
              </a:rPr>
              <a:t> </a:t>
            </a:r>
            <a:r>
              <a:rPr lang="en-GB" sz="1600" b="1" dirty="0">
                <a:solidFill>
                  <a:srgbClr val="FF4D63"/>
                </a:solidFill>
              </a:rPr>
              <a:t>labore</a:t>
            </a:r>
            <a:r>
              <a:rPr lang="en-GB" sz="1600" dirty="0">
                <a:solidFill>
                  <a:srgbClr val="323232"/>
                </a:solidFill>
              </a:rPr>
              <a:t> et dolore magna </a:t>
            </a:r>
            <a:r>
              <a:rPr lang="en-GB" sz="1600" dirty="0" err="1">
                <a:solidFill>
                  <a:srgbClr val="323232"/>
                </a:solidFill>
              </a:rPr>
              <a:t>aliqua</a:t>
            </a:r>
            <a:r>
              <a:rPr lang="en-GB" sz="1600" dirty="0">
                <a:solidFill>
                  <a:srgbClr val="323232"/>
                </a:solidFill>
              </a:rPr>
              <a:t>. Ut </a:t>
            </a:r>
            <a:r>
              <a:rPr lang="en-GB" sz="1600" dirty="0" err="1">
                <a:solidFill>
                  <a:srgbClr val="323232"/>
                </a:solidFill>
              </a:rPr>
              <a:t>enim</a:t>
            </a:r>
            <a:r>
              <a:rPr lang="en-GB" sz="1600" dirty="0">
                <a:solidFill>
                  <a:srgbClr val="323232"/>
                </a:solidFill>
              </a:rPr>
              <a:t> ad minim </a:t>
            </a:r>
            <a:r>
              <a:rPr lang="en-GB" sz="1600" dirty="0" err="1">
                <a:solidFill>
                  <a:srgbClr val="323232"/>
                </a:solidFill>
              </a:rPr>
              <a:t>veniam</a:t>
            </a:r>
            <a:r>
              <a:rPr lang="en-GB" sz="1600" dirty="0">
                <a:solidFill>
                  <a:srgbClr val="323232"/>
                </a:solidFill>
              </a:rPr>
              <a:t>, </a:t>
            </a:r>
            <a:r>
              <a:rPr lang="en-GB" sz="1600" dirty="0" err="1">
                <a:solidFill>
                  <a:srgbClr val="323232"/>
                </a:solidFill>
              </a:rPr>
              <a:t>quis</a:t>
            </a:r>
            <a:r>
              <a:rPr lang="en-GB" sz="1600" dirty="0">
                <a:solidFill>
                  <a:srgbClr val="323232"/>
                </a:solidFill>
              </a:rPr>
              <a:t> </a:t>
            </a:r>
            <a:r>
              <a:rPr lang="en-GB" sz="1600" dirty="0" err="1">
                <a:solidFill>
                  <a:srgbClr val="323232"/>
                </a:solidFill>
              </a:rPr>
              <a:t>nostrud</a:t>
            </a:r>
            <a:r>
              <a:rPr lang="en-GB" sz="1600" dirty="0">
                <a:solidFill>
                  <a:srgbClr val="323232"/>
                </a:solidFill>
              </a:rPr>
              <a:t> exercitation </a:t>
            </a:r>
            <a:r>
              <a:rPr lang="en-GB" sz="1600" dirty="0" err="1">
                <a:solidFill>
                  <a:srgbClr val="323232"/>
                </a:solidFill>
              </a:rPr>
              <a:t>ullamco</a:t>
            </a:r>
            <a:r>
              <a:rPr lang="en-GB" sz="1600" dirty="0">
                <a:solidFill>
                  <a:srgbClr val="323232"/>
                </a:solidFill>
              </a:rPr>
              <a:t> </a:t>
            </a:r>
            <a:r>
              <a:rPr lang="en-GB" sz="1600" dirty="0" err="1">
                <a:solidFill>
                  <a:srgbClr val="323232"/>
                </a:solidFill>
              </a:rPr>
              <a:t>laboris</a:t>
            </a:r>
            <a:r>
              <a:rPr lang="en-GB" sz="1600" dirty="0">
                <a:solidFill>
                  <a:srgbClr val="323232"/>
                </a:solidFill>
              </a:rPr>
              <a:t> nisi </a:t>
            </a:r>
            <a:r>
              <a:rPr lang="en-GB" sz="1600" dirty="0" err="1">
                <a:solidFill>
                  <a:srgbClr val="323232"/>
                </a:solidFill>
              </a:rPr>
              <a:t>ut</a:t>
            </a:r>
            <a:r>
              <a:rPr lang="en-GB" sz="1600" dirty="0">
                <a:solidFill>
                  <a:srgbClr val="323232"/>
                </a:solidFill>
              </a:rPr>
              <a:t> </a:t>
            </a:r>
            <a:r>
              <a:rPr lang="en-GB" sz="1600" dirty="0" err="1">
                <a:solidFill>
                  <a:srgbClr val="323232"/>
                </a:solidFill>
              </a:rPr>
              <a:t>aliquip</a:t>
            </a:r>
            <a:r>
              <a:rPr lang="en-GB" sz="1600" dirty="0">
                <a:solidFill>
                  <a:srgbClr val="323232"/>
                </a:solidFill>
              </a:rPr>
              <a:t> ex </a:t>
            </a:r>
            <a:r>
              <a:rPr lang="en-GB" sz="1600" dirty="0" err="1">
                <a:solidFill>
                  <a:srgbClr val="323232"/>
                </a:solidFill>
              </a:rPr>
              <a:t>ea</a:t>
            </a:r>
            <a:r>
              <a:rPr lang="en-GB" sz="1600" dirty="0">
                <a:solidFill>
                  <a:srgbClr val="323232"/>
                </a:solidFill>
              </a:rPr>
              <a:t> </a:t>
            </a:r>
            <a:r>
              <a:rPr lang="en-GB" sz="1600" dirty="0" err="1">
                <a:solidFill>
                  <a:srgbClr val="323232"/>
                </a:solidFill>
              </a:rPr>
              <a:t>commodo</a:t>
            </a:r>
            <a:r>
              <a:rPr lang="en-GB" sz="1600" dirty="0">
                <a:solidFill>
                  <a:srgbClr val="323232"/>
                </a:solidFill>
              </a:rPr>
              <a:t> </a:t>
            </a:r>
            <a:r>
              <a:rPr lang="en-GB" sz="1600" dirty="0" err="1">
                <a:solidFill>
                  <a:srgbClr val="323232"/>
                </a:solidFill>
              </a:rPr>
              <a:t>consequat</a:t>
            </a:r>
            <a:r>
              <a:rPr lang="en-GB" sz="1600" dirty="0">
                <a:solidFill>
                  <a:srgbClr val="323232"/>
                </a:solidFill>
              </a:rPr>
              <a:t>. Duis </a:t>
            </a:r>
            <a:r>
              <a:rPr lang="en-GB" sz="1600" dirty="0" err="1">
                <a:solidFill>
                  <a:srgbClr val="323232"/>
                </a:solidFill>
              </a:rPr>
              <a:t>aute</a:t>
            </a:r>
            <a:r>
              <a:rPr lang="en-GB" sz="1600" dirty="0">
                <a:solidFill>
                  <a:srgbClr val="323232"/>
                </a:solidFill>
              </a:rPr>
              <a:t> </a:t>
            </a:r>
            <a:r>
              <a:rPr lang="en-GB" sz="1600" dirty="0" err="1">
                <a:solidFill>
                  <a:srgbClr val="323232"/>
                </a:solidFill>
              </a:rPr>
              <a:t>irure</a:t>
            </a:r>
            <a:r>
              <a:rPr lang="en-GB" sz="1600" dirty="0">
                <a:solidFill>
                  <a:srgbClr val="323232"/>
                </a:solidFill>
              </a:rPr>
              <a:t> </a:t>
            </a:r>
            <a:r>
              <a:rPr lang="en-GB" sz="1600" dirty="0" err="1">
                <a:solidFill>
                  <a:srgbClr val="323232"/>
                </a:solidFill>
              </a:rPr>
              <a:t>dolor</a:t>
            </a:r>
            <a:r>
              <a:rPr lang="en-GB" sz="1600" dirty="0">
                <a:solidFill>
                  <a:srgbClr val="323232"/>
                </a:solidFill>
              </a:rPr>
              <a:t> in </a:t>
            </a:r>
            <a:r>
              <a:rPr lang="en-GB" sz="1600" b="1" dirty="0" err="1">
                <a:solidFill>
                  <a:srgbClr val="FF4D63"/>
                </a:solidFill>
              </a:rPr>
              <a:t>reprehenderit</a:t>
            </a:r>
            <a:r>
              <a:rPr lang="en-GB" sz="1600" dirty="0">
                <a:solidFill>
                  <a:srgbClr val="323232"/>
                </a:solidFill>
              </a:rPr>
              <a:t> in </a:t>
            </a:r>
            <a:r>
              <a:rPr lang="en-GB" sz="1600" dirty="0" err="1">
                <a:solidFill>
                  <a:srgbClr val="323232"/>
                </a:solidFill>
              </a:rPr>
              <a:t>voluptate</a:t>
            </a:r>
            <a:r>
              <a:rPr lang="en-GB" sz="1600" dirty="0">
                <a:solidFill>
                  <a:srgbClr val="323232"/>
                </a:solidFill>
              </a:rPr>
              <a:t> </a:t>
            </a:r>
            <a:r>
              <a:rPr lang="en-GB" sz="1600" dirty="0" err="1">
                <a:solidFill>
                  <a:srgbClr val="323232"/>
                </a:solidFill>
              </a:rPr>
              <a:t>velit</a:t>
            </a:r>
            <a:r>
              <a:rPr lang="en-GB" sz="1600" dirty="0">
                <a:solidFill>
                  <a:srgbClr val="323232"/>
                </a:solidFill>
              </a:rPr>
              <a:t> </a:t>
            </a:r>
            <a:r>
              <a:rPr lang="en-GB" sz="1600" dirty="0" err="1">
                <a:solidFill>
                  <a:srgbClr val="323232"/>
                </a:solidFill>
              </a:rPr>
              <a:t>esse</a:t>
            </a:r>
            <a:r>
              <a:rPr lang="en-GB" sz="1600" dirty="0">
                <a:solidFill>
                  <a:srgbClr val="323232"/>
                </a:solidFill>
              </a:rPr>
              <a:t> </a:t>
            </a:r>
            <a:r>
              <a:rPr lang="en-GB" sz="1600" dirty="0" err="1">
                <a:solidFill>
                  <a:srgbClr val="323232"/>
                </a:solidFill>
              </a:rPr>
              <a:t>cillum</a:t>
            </a:r>
            <a:r>
              <a:rPr lang="en-GB" sz="1600" dirty="0">
                <a:solidFill>
                  <a:srgbClr val="323232"/>
                </a:solidFill>
              </a:rPr>
              <a:t> dolore </a:t>
            </a:r>
            <a:r>
              <a:rPr lang="en-GB" sz="1600" dirty="0" err="1">
                <a:solidFill>
                  <a:srgbClr val="323232"/>
                </a:solidFill>
              </a:rPr>
              <a:t>eu</a:t>
            </a:r>
            <a:r>
              <a:rPr lang="en-GB" sz="1600" dirty="0">
                <a:solidFill>
                  <a:srgbClr val="323232"/>
                </a:solidFill>
              </a:rPr>
              <a:t> </a:t>
            </a:r>
            <a:r>
              <a:rPr lang="en-GB" sz="1600" dirty="0" err="1">
                <a:solidFill>
                  <a:srgbClr val="323232"/>
                </a:solidFill>
              </a:rPr>
              <a:t>fugiat</a:t>
            </a:r>
            <a:r>
              <a:rPr lang="en-GB" sz="1600" dirty="0">
                <a:solidFill>
                  <a:srgbClr val="323232"/>
                </a:solidFill>
              </a:rPr>
              <a:t> </a:t>
            </a:r>
            <a:r>
              <a:rPr lang="en-GB" sz="1600" dirty="0" err="1">
                <a:solidFill>
                  <a:srgbClr val="323232"/>
                </a:solidFill>
              </a:rPr>
              <a:t>nulla</a:t>
            </a:r>
            <a:r>
              <a:rPr lang="en-GB" sz="1600" dirty="0">
                <a:solidFill>
                  <a:srgbClr val="323232"/>
                </a:solidFill>
              </a:rPr>
              <a:t> </a:t>
            </a:r>
            <a:r>
              <a:rPr lang="en-GB" sz="1600" dirty="0" err="1">
                <a:solidFill>
                  <a:srgbClr val="323232"/>
                </a:solidFill>
              </a:rPr>
              <a:t>pariatur</a:t>
            </a:r>
            <a:r>
              <a:rPr lang="en-GB" sz="1600" dirty="0">
                <a:solidFill>
                  <a:srgbClr val="323232"/>
                </a:solidFill>
              </a:rPr>
              <a:t>. </a:t>
            </a:r>
          </a:p>
        </p:txBody>
      </p:sp>
    </p:spTree>
    <p:extLst>
      <p:ext uri="{BB962C8B-B14F-4D97-AF65-F5344CB8AC3E}">
        <p14:creationId xmlns:p14="http://schemas.microsoft.com/office/powerpoint/2010/main" val="37053832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6_Title Only">
    <p:spTree>
      <p:nvGrpSpPr>
        <p:cNvPr id="1" name=""/>
        <p:cNvGrpSpPr/>
        <p:nvPr/>
      </p:nvGrpSpPr>
      <p:grpSpPr>
        <a:xfrm>
          <a:off x="0" y="0"/>
          <a:ext cx="0" cy="0"/>
          <a:chOff x="0" y="0"/>
          <a:chExt cx="0" cy="0"/>
        </a:xfrm>
      </p:grpSpPr>
      <p:sp>
        <p:nvSpPr>
          <p:cNvPr id="6" name="Slide Number Placeholder 5">
            <a:extLst>
              <a:ext uri="{FF2B5EF4-FFF2-40B4-BE49-F238E27FC236}">
                <a16:creationId xmlns="" xmlns:a16="http://schemas.microsoft.com/office/drawing/2014/main" id="{551E417D-FF39-1C7D-340E-5F70504C1995}"/>
              </a:ext>
            </a:extLst>
          </p:cNvPr>
          <p:cNvSpPr txBox="1">
            <a:spLocks/>
          </p:cNvSpPr>
          <p:nvPr userDrawn="1"/>
        </p:nvSpPr>
        <p:spPr>
          <a:xfrm>
            <a:off x="10853417" y="6409344"/>
            <a:ext cx="960212" cy="124622"/>
          </a:xfrm>
          <a:prstGeom prst="rect">
            <a:avLst/>
          </a:prstGeom>
        </p:spPr>
        <p:txBody>
          <a:bodyPr lIns="0" tIns="0" rIns="0" bIns="0"/>
          <a:lstStyle>
            <a:defPPr>
              <a:defRPr lang="en-US"/>
            </a:defPPr>
            <a:lvl1pPr algn="r">
              <a:defRPr sz="1000" b="1">
                <a:solidFill>
                  <a:schemeClr val="bg1"/>
                </a:solidFill>
                <a:latin typeface="Apercu Pro" panose="02000506040000020004" pitchFamily="2" charset="0"/>
                <a:ea typeface="Alibaba PuHuiTi 2.0 55 Regular" panose="00020600040101010101" pitchFamily="18" charset="-122"/>
                <a:cs typeface="Alibaba PuHuiTi 2.0 55 Regular" panose="00020600040101010101" pitchFamily="18" charset="-122"/>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fld id="{4663B93F-C5C2-4CDE-B3E1-04DBF578BDFD}" type="slidenum">
              <a:rPr lang="en-GB" sz="800" b="0" smtClean="0">
                <a:solidFill>
                  <a:schemeClr val="tx1">
                    <a:lumMod val="50000"/>
                    <a:lumOff val="50000"/>
                  </a:schemeClr>
                </a:solidFill>
                <a:latin typeface="Lab Grotesque Thin" panose="00000200000000000000" pitchFamily="50" charset="0"/>
              </a:rPr>
              <a:pPr lvl="0"/>
              <a:t>‹#›</a:t>
            </a:fld>
            <a:endParaRPr lang="en-GB" sz="800" b="0" dirty="0">
              <a:solidFill>
                <a:schemeClr val="tx1">
                  <a:lumMod val="50000"/>
                  <a:lumOff val="50000"/>
                </a:schemeClr>
              </a:solidFill>
              <a:latin typeface="Lab Grotesque Thin" panose="00000200000000000000" pitchFamily="50" charset="0"/>
            </a:endParaRPr>
          </a:p>
        </p:txBody>
      </p:sp>
      <p:pic>
        <p:nvPicPr>
          <p:cNvPr id="8" name="Picture 7" descr="A close-up of a pyramid&#10;&#10;Description automatically generated with low confidence">
            <a:extLst>
              <a:ext uri="{FF2B5EF4-FFF2-40B4-BE49-F238E27FC236}">
                <a16:creationId xmlns="" xmlns:a16="http://schemas.microsoft.com/office/drawing/2014/main" id="{44446980-01AF-6C2B-6DD6-1D1B7001CC6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val="0"/>
              </a:ext>
            </a:extLst>
          </a:blip>
          <a:stretch>
            <a:fillRect/>
          </a:stretch>
        </p:blipFill>
        <p:spPr>
          <a:xfrm>
            <a:off x="230372" y="196750"/>
            <a:ext cx="395953" cy="457200"/>
          </a:xfrm>
          <a:prstGeom prst="rect">
            <a:avLst/>
          </a:prstGeom>
        </p:spPr>
      </p:pic>
      <p:sp>
        <p:nvSpPr>
          <p:cNvPr id="3" name="Title 1">
            <a:extLst>
              <a:ext uri="{FF2B5EF4-FFF2-40B4-BE49-F238E27FC236}">
                <a16:creationId xmlns="" xmlns:a16="http://schemas.microsoft.com/office/drawing/2014/main" id="{115A357C-83EE-AE4B-DEF5-D9E8CBE70E24}"/>
              </a:ext>
            </a:extLst>
          </p:cNvPr>
          <p:cNvSpPr>
            <a:spLocks noGrp="1"/>
          </p:cNvSpPr>
          <p:nvPr>
            <p:ph type="title"/>
          </p:nvPr>
        </p:nvSpPr>
        <p:spPr>
          <a:xfrm>
            <a:off x="838200" y="2110652"/>
            <a:ext cx="4539916" cy="1259655"/>
          </a:xfrm>
          <a:prstGeom prst="rect">
            <a:avLst/>
          </a:prstGeom>
        </p:spPr>
        <p:txBody>
          <a:bodyPr lIns="0" tIns="0" rIns="0" bIns="0"/>
          <a:lstStyle>
            <a:lvl1pPr algn="l">
              <a:defRPr lang="en-US" sz="4400" b="0" kern="1200">
                <a:solidFill>
                  <a:srgbClr val="323232"/>
                </a:solidFill>
                <a:latin typeface="Lab Grotesque Bold" panose="00000800000000000000" pitchFamily="50" charset="0"/>
                <a:ea typeface="Alibaba PuHuiTi 2.0 105 Heavy" panose="00020600040101010101" pitchFamily="18" charset="-122"/>
                <a:cs typeface="Alibaba PuHuiTi 2.0 105 Heavy" panose="00020600040101010101" pitchFamily="18" charset="-122"/>
              </a:defRPr>
            </a:lvl1pPr>
          </a:lstStyle>
          <a:p>
            <a:r>
              <a:rPr lang="en-US" dirty="0"/>
              <a:t>Click to edit Master title style</a:t>
            </a:r>
            <a:endParaRPr lang="en-GB" dirty="0"/>
          </a:p>
        </p:txBody>
      </p:sp>
      <p:sp>
        <p:nvSpPr>
          <p:cNvPr id="2" name="Text Placeholder 14">
            <a:extLst>
              <a:ext uri="{FF2B5EF4-FFF2-40B4-BE49-F238E27FC236}">
                <a16:creationId xmlns="" xmlns:a16="http://schemas.microsoft.com/office/drawing/2014/main" id="{8A0A060F-9CD4-C558-7F0C-A243608D68C4}"/>
              </a:ext>
            </a:extLst>
          </p:cNvPr>
          <p:cNvSpPr>
            <a:spLocks noGrp="1"/>
          </p:cNvSpPr>
          <p:nvPr>
            <p:ph type="body" sz="quarter" idx="19" hasCustomPrompt="1"/>
          </p:nvPr>
        </p:nvSpPr>
        <p:spPr>
          <a:xfrm>
            <a:off x="838200" y="3646491"/>
            <a:ext cx="4539916" cy="934386"/>
          </a:xfrm>
          <a:prstGeom prst="rect">
            <a:avLst/>
          </a:prstGeom>
        </p:spPr>
        <p:txBody>
          <a:bodyPr lIns="0" tIns="0" rIns="0" bIns="0"/>
          <a:lstStyle>
            <a:lvl1pPr marL="0" indent="0">
              <a:buNone/>
              <a:defRPr sz="1200" b="0">
                <a:solidFill>
                  <a:srgbClr val="323232"/>
                </a:solidFill>
                <a:latin typeface="Lab Grotesque Thin" panose="00000200000000000000" pitchFamily="50"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Ut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a:t>
            </a:r>
          </a:p>
        </p:txBody>
      </p:sp>
    </p:spTree>
    <p:extLst>
      <p:ext uri="{BB962C8B-B14F-4D97-AF65-F5344CB8AC3E}">
        <p14:creationId xmlns:p14="http://schemas.microsoft.com/office/powerpoint/2010/main" val="5718154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1_slide-057">
    <p:spTree>
      <p:nvGrpSpPr>
        <p:cNvPr id="1" name=""/>
        <p:cNvGrpSpPr/>
        <p:nvPr/>
      </p:nvGrpSpPr>
      <p:grpSpPr>
        <a:xfrm>
          <a:off x="0" y="0"/>
          <a:ext cx="0" cy="0"/>
          <a:chOff x="0" y="0"/>
          <a:chExt cx="0" cy="0"/>
        </a:xfrm>
      </p:grpSpPr>
      <p:sp>
        <p:nvSpPr>
          <p:cNvPr id="14" name="Shape 615"/>
          <p:cNvSpPr>
            <a:spLocks noGrp="1"/>
          </p:cNvSpPr>
          <p:nvPr>
            <p:ph type="pic" sz="half" idx="14" hasCustomPrompt="1"/>
          </p:nvPr>
        </p:nvSpPr>
        <p:spPr>
          <a:xfrm>
            <a:off x="6096000" y="0"/>
            <a:ext cx="6096000" cy="6858000"/>
          </a:xfrm>
          <a:prstGeom prst="rect">
            <a:avLst/>
          </a:prstGeom>
          <a:pattFill prst="pct5">
            <a:fgClr>
              <a:schemeClr val="accent1"/>
            </a:fgClr>
            <a:bgClr>
              <a:schemeClr val="tx2"/>
            </a:bgClr>
          </a:pattFill>
        </p:spPr>
        <p:txBody>
          <a:bodyPr lIns="91439" tIns="45719" rIns="91439" bIns="45719" anchor="t">
            <a:noAutofit/>
          </a:bodyPr>
          <a:lstStyle>
            <a:lvl1pPr marL="182880" marR="0" indent="-182880" algn="l" defTabSz="412750" eaLnBrk="1" fontAlgn="auto" latinLnBrk="0" hangingPunct="1">
              <a:lnSpc>
                <a:spcPct val="120000"/>
              </a:lnSpc>
              <a:spcBef>
                <a:spcPts val="2600"/>
              </a:spcBef>
              <a:spcAft>
                <a:spcPts val="0"/>
              </a:spcAft>
              <a:buClrTx/>
              <a:buSzPct val="75000"/>
              <a:buFontTx/>
              <a:buChar char="•"/>
              <a:defRPr sz="1000">
                <a:solidFill>
                  <a:schemeClr val="bg1"/>
                </a:solidFill>
                <a:latin typeface="Lab Grotesque Thin" panose="00000200000000000000" pitchFamily="50" charset="0"/>
              </a:defRPr>
            </a:lvl1pPr>
          </a:lstStyle>
          <a:p>
            <a:r>
              <a:rPr lang="de-DE" dirty="0"/>
              <a:t>Drop Image </a:t>
            </a:r>
            <a:r>
              <a:rPr lang="de-DE" dirty="0" err="1"/>
              <a:t>here</a:t>
            </a:r>
            <a:endParaRPr lang="de-DE" dirty="0"/>
          </a:p>
        </p:txBody>
      </p:sp>
      <p:sp>
        <p:nvSpPr>
          <p:cNvPr id="18" name="Title 13"/>
          <p:cNvSpPr>
            <a:spLocks noGrp="1"/>
          </p:cNvSpPr>
          <p:nvPr>
            <p:ph type="title"/>
          </p:nvPr>
        </p:nvSpPr>
        <p:spPr>
          <a:xfrm>
            <a:off x="838200" y="1609587"/>
            <a:ext cx="4539916" cy="1187218"/>
          </a:xfrm>
          <a:prstGeom prst="rect">
            <a:avLst/>
          </a:prstGeom>
        </p:spPr>
        <p:txBody>
          <a:bodyPr lIns="0" tIns="0" rIns="0" bIns="0"/>
          <a:lstStyle>
            <a:lvl1pPr>
              <a:defRPr lang="en-GB" b="0" dirty="0">
                <a:solidFill>
                  <a:srgbClr val="323232"/>
                </a:solidFill>
                <a:latin typeface="Lab Grotesque Bold" panose="00000800000000000000" pitchFamily="50" charset="0"/>
                <a:ea typeface="Alibaba PuHuiTi 2.0 105 Heavy" panose="00020600040101010101" pitchFamily="18" charset="-122"/>
                <a:cs typeface="Alibaba PuHuiTi 2.0 105 Heavy" panose="00020600040101010101" pitchFamily="18" charset="-122"/>
              </a:defRPr>
            </a:lvl1pPr>
          </a:lstStyle>
          <a:p>
            <a:pPr lvl="0"/>
            <a:r>
              <a:rPr lang="en-US" dirty="0"/>
              <a:t>Click to edit Master title style</a:t>
            </a:r>
            <a:endParaRPr lang="en-GB" dirty="0"/>
          </a:p>
        </p:txBody>
      </p:sp>
      <p:pic>
        <p:nvPicPr>
          <p:cNvPr id="15" name="Picture 14" descr="A close-up of a pyramid&#10;&#10;Description automatically generated with low confidence"/>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val="0"/>
              </a:ext>
            </a:extLst>
          </a:blip>
          <a:stretch>
            <a:fillRect/>
          </a:stretch>
        </p:blipFill>
        <p:spPr>
          <a:xfrm>
            <a:off x="230372" y="196750"/>
            <a:ext cx="395953" cy="457200"/>
          </a:xfrm>
          <a:prstGeom prst="rect">
            <a:avLst/>
          </a:prstGeom>
        </p:spPr>
      </p:pic>
      <p:sp>
        <p:nvSpPr>
          <p:cNvPr id="4" name="Slide Number Placeholder 5">
            <a:extLst>
              <a:ext uri="{FF2B5EF4-FFF2-40B4-BE49-F238E27FC236}">
                <a16:creationId xmlns="" xmlns:a16="http://schemas.microsoft.com/office/drawing/2014/main" id="{62D2ABFA-B96E-D8A3-307D-D5F60346E28B}"/>
              </a:ext>
            </a:extLst>
          </p:cNvPr>
          <p:cNvSpPr txBox="1">
            <a:spLocks/>
          </p:cNvSpPr>
          <p:nvPr userDrawn="1"/>
        </p:nvSpPr>
        <p:spPr>
          <a:xfrm>
            <a:off x="10853417" y="6409344"/>
            <a:ext cx="960212" cy="124622"/>
          </a:xfrm>
          <a:prstGeom prst="rect">
            <a:avLst/>
          </a:prstGeom>
        </p:spPr>
        <p:txBody>
          <a:bodyPr lIns="0" tIns="0" rIns="0" bIns="0"/>
          <a:lstStyle>
            <a:defPPr>
              <a:defRPr lang="en-US"/>
            </a:defPPr>
            <a:lvl1pPr algn="r">
              <a:defRPr sz="1000" b="1">
                <a:solidFill>
                  <a:schemeClr val="bg1"/>
                </a:solidFill>
                <a:latin typeface="Apercu Pro" panose="02000506040000020004" pitchFamily="2" charset="0"/>
                <a:ea typeface="Alibaba PuHuiTi 2.0 55 Regular" panose="00020600040101010101" pitchFamily="18" charset="-122"/>
                <a:cs typeface="Alibaba PuHuiTi 2.0 55 Regular" panose="00020600040101010101" pitchFamily="18" charset="-122"/>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fld id="{4663B93F-C5C2-4CDE-B3E1-04DBF578BDFD}" type="slidenum">
              <a:rPr lang="en-GB" sz="800" b="0" smtClean="0">
                <a:solidFill>
                  <a:schemeClr val="bg1"/>
                </a:solidFill>
                <a:latin typeface="Lab Grotesque Thin" panose="00000200000000000000" pitchFamily="50" charset="0"/>
              </a:rPr>
              <a:pPr lvl="0"/>
              <a:t>‹#›</a:t>
            </a:fld>
            <a:endParaRPr lang="en-GB" sz="800" b="0" dirty="0">
              <a:solidFill>
                <a:schemeClr val="bg1"/>
              </a:solidFill>
              <a:latin typeface="Lab Grotesque Thin" panose="00000200000000000000" pitchFamily="50" charset="0"/>
            </a:endParaRPr>
          </a:p>
        </p:txBody>
      </p:sp>
      <p:sp>
        <p:nvSpPr>
          <p:cNvPr id="6" name="Text Placeholder 14">
            <a:extLst>
              <a:ext uri="{FF2B5EF4-FFF2-40B4-BE49-F238E27FC236}">
                <a16:creationId xmlns="" xmlns:a16="http://schemas.microsoft.com/office/drawing/2014/main" id="{5A8F8405-D897-B860-A4F7-DC4719793E95}"/>
              </a:ext>
            </a:extLst>
          </p:cNvPr>
          <p:cNvSpPr>
            <a:spLocks noGrp="1"/>
          </p:cNvSpPr>
          <p:nvPr>
            <p:ph type="body" sz="quarter" idx="19" hasCustomPrompt="1"/>
          </p:nvPr>
        </p:nvSpPr>
        <p:spPr>
          <a:xfrm>
            <a:off x="838200" y="3140464"/>
            <a:ext cx="4539916" cy="1494910"/>
          </a:xfrm>
          <a:prstGeom prst="rect">
            <a:avLst/>
          </a:prstGeom>
        </p:spPr>
        <p:txBody>
          <a:bodyPr lIns="0" tIns="0" rIns="0" bIns="0"/>
          <a:lstStyle>
            <a:lvl1pPr marL="0" indent="0">
              <a:buNone/>
              <a:defRPr sz="1400" b="0">
                <a:solidFill>
                  <a:srgbClr val="323232"/>
                </a:solidFill>
                <a:latin typeface="Lab Grotesque Thin" panose="00000200000000000000" pitchFamily="50"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Ut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Duis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dolore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7_slide-057">
    <p:spTree>
      <p:nvGrpSpPr>
        <p:cNvPr id="1" name=""/>
        <p:cNvGrpSpPr/>
        <p:nvPr/>
      </p:nvGrpSpPr>
      <p:grpSpPr>
        <a:xfrm>
          <a:off x="0" y="0"/>
          <a:ext cx="0" cy="0"/>
          <a:chOff x="0" y="0"/>
          <a:chExt cx="0" cy="0"/>
        </a:xfrm>
      </p:grpSpPr>
      <p:sp>
        <p:nvSpPr>
          <p:cNvPr id="14" name="Shape 615"/>
          <p:cNvSpPr>
            <a:spLocks noGrp="1"/>
          </p:cNvSpPr>
          <p:nvPr>
            <p:ph type="pic" sz="half" idx="14" hasCustomPrompt="1"/>
          </p:nvPr>
        </p:nvSpPr>
        <p:spPr>
          <a:xfrm>
            <a:off x="0" y="0"/>
            <a:ext cx="6096000" cy="6858000"/>
          </a:xfrm>
          <a:prstGeom prst="rect">
            <a:avLst/>
          </a:prstGeom>
          <a:pattFill prst="pct5">
            <a:fgClr>
              <a:schemeClr val="accent1"/>
            </a:fgClr>
            <a:bgClr>
              <a:schemeClr val="tx2"/>
            </a:bgClr>
          </a:pattFill>
        </p:spPr>
        <p:txBody>
          <a:bodyPr lIns="91439" tIns="45719" rIns="91439" bIns="45719" anchor="t">
            <a:noAutofit/>
          </a:bodyPr>
          <a:lstStyle>
            <a:lvl1pPr marL="182880" marR="0" indent="-182880" algn="l" defTabSz="412750" eaLnBrk="1" fontAlgn="auto" latinLnBrk="0" hangingPunct="1">
              <a:lnSpc>
                <a:spcPct val="120000"/>
              </a:lnSpc>
              <a:spcBef>
                <a:spcPts val="2600"/>
              </a:spcBef>
              <a:spcAft>
                <a:spcPts val="0"/>
              </a:spcAft>
              <a:buClrTx/>
              <a:buSzPct val="75000"/>
              <a:buFontTx/>
              <a:buChar char="•"/>
              <a:defRPr sz="1000">
                <a:solidFill>
                  <a:schemeClr val="bg1"/>
                </a:solidFill>
                <a:latin typeface="Lab Grotesque Thin" panose="00000200000000000000" pitchFamily="50" charset="0"/>
              </a:defRPr>
            </a:lvl1pPr>
          </a:lstStyle>
          <a:p>
            <a:r>
              <a:rPr lang="de-DE" dirty="0"/>
              <a:t>Drop Image </a:t>
            </a:r>
            <a:r>
              <a:rPr lang="de-DE" dirty="0" err="1"/>
              <a:t>here</a:t>
            </a:r>
            <a:endParaRPr lang="de-DE" dirty="0"/>
          </a:p>
        </p:txBody>
      </p:sp>
      <p:pic>
        <p:nvPicPr>
          <p:cNvPr id="11" name="Picture 10" descr="Shape, arrow&#10;&#10;Description automatically generated"/>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val="0"/>
              </a:ext>
            </a:extLst>
          </a:blip>
          <a:stretch>
            <a:fillRect/>
          </a:stretch>
        </p:blipFill>
        <p:spPr>
          <a:xfrm>
            <a:off x="230372" y="196750"/>
            <a:ext cx="393802" cy="457200"/>
          </a:xfrm>
          <a:prstGeom prst="rect">
            <a:avLst/>
          </a:prstGeom>
        </p:spPr>
      </p:pic>
      <p:sp>
        <p:nvSpPr>
          <p:cNvPr id="4" name="Slide Number Placeholder 5">
            <a:extLst>
              <a:ext uri="{FF2B5EF4-FFF2-40B4-BE49-F238E27FC236}">
                <a16:creationId xmlns="" xmlns:a16="http://schemas.microsoft.com/office/drawing/2014/main" id="{92A2456E-1035-0F4A-6E52-F4C6542365CC}"/>
              </a:ext>
            </a:extLst>
          </p:cNvPr>
          <p:cNvSpPr txBox="1">
            <a:spLocks/>
          </p:cNvSpPr>
          <p:nvPr userDrawn="1"/>
        </p:nvSpPr>
        <p:spPr>
          <a:xfrm>
            <a:off x="10853417" y="6409344"/>
            <a:ext cx="960212" cy="124622"/>
          </a:xfrm>
          <a:prstGeom prst="rect">
            <a:avLst/>
          </a:prstGeom>
        </p:spPr>
        <p:txBody>
          <a:bodyPr lIns="0" tIns="0" rIns="0" bIns="0"/>
          <a:lstStyle>
            <a:defPPr>
              <a:defRPr lang="en-US"/>
            </a:defPPr>
            <a:lvl1pPr algn="r">
              <a:defRPr sz="1000" b="1">
                <a:solidFill>
                  <a:schemeClr val="bg1"/>
                </a:solidFill>
                <a:latin typeface="Apercu Pro" panose="02000506040000020004" pitchFamily="2" charset="0"/>
                <a:ea typeface="Alibaba PuHuiTi 2.0 55 Regular" panose="00020600040101010101" pitchFamily="18" charset="-122"/>
                <a:cs typeface="Alibaba PuHuiTi 2.0 55 Regular" panose="00020600040101010101" pitchFamily="18" charset="-122"/>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fld id="{4663B93F-C5C2-4CDE-B3E1-04DBF578BDFD}" type="slidenum">
              <a:rPr lang="en-GB" sz="800" b="0" smtClean="0">
                <a:solidFill>
                  <a:schemeClr val="tx1">
                    <a:lumMod val="50000"/>
                    <a:lumOff val="50000"/>
                  </a:schemeClr>
                </a:solidFill>
                <a:latin typeface="Lab Grotesque Thin" panose="00000200000000000000" pitchFamily="50" charset="0"/>
              </a:rPr>
              <a:pPr lvl="0"/>
              <a:t>‹#›</a:t>
            </a:fld>
            <a:endParaRPr lang="en-GB" sz="800" b="0" dirty="0">
              <a:solidFill>
                <a:schemeClr val="tx1">
                  <a:lumMod val="50000"/>
                  <a:lumOff val="50000"/>
                </a:schemeClr>
              </a:solidFill>
              <a:latin typeface="Lab Grotesque Thin" panose="00000200000000000000" pitchFamily="50" charset="0"/>
            </a:endParaRPr>
          </a:p>
        </p:txBody>
      </p:sp>
      <p:sp>
        <p:nvSpPr>
          <p:cNvPr id="5" name="Title 13">
            <a:extLst>
              <a:ext uri="{FF2B5EF4-FFF2-40B4-BE49-F238E27FC236}">
                <a16:creationId xmlns="" xmlns:a16="http://schemas.microsoft.com/office/drawing/2014/main" id="{5B8518FC-E44E-5BCC-D197-35F2EE80A17E}"/>
              </a:ext>
            </a:extLst>
          </p:cNvPr>
          <p:cNvSpPr>
            <a:spLocks noGrp="1"/>
          </p:cNvSpPr>
          <p:nvPr>
            <p:ph type="title"/>
          </p:nvPr>
        </p:nvSpPr>
        <p:spPr>
          <a:xfrm>
            <a:off x="6741058" y="1609586"/>
            <a:ext cx="4539916" cy="1187218"/>
          </a:xfrm>
          <a:prstGeom prst="rect">
            <a:avLst/>
          </a:prstGeom>
        </p:spPr>
        <p:txBody>
          <a:bodyPr lIns="0" tIns="0" rIns="0" bIns="0"/>
          <a:lstStyle>
            <a:lvl1pPr>
              <a:defRPr lang="en-GB" b="0" dirty="0">
                <a:solidFill>
                  <a:srgbClr val="323232"/>
                </a:solidFill>
                <a:latin typeface="Lab Grotesque Bold" panose="00000800000000000000" pitchFamily="50" charset="0"/>
                <a:ea typeface="Alibaba PuHuiTi 2.0 105 Heavy" panose="00020600040101010101" pitchFamily="18" charset="-122"/>
                <a:cs typeface="Alibaba PuHuiTi 2.0 105 Heavy" panose="00020600040101010101" pitchFamily="18" charset="-122"/>
              </a:defRPr>
            </a:lvl1pPr>
          </a:lstStyle>
          <a:p>
            <a:pPr lvl="0"/>
            <a:r>
              <a:rPr lang="en-US" dirty="0"/>
              <a:t>Click to edit Master title style</a:t>
            </a:r>
            <a:endParaRPr lang="en-GB" dirty="0"/>
          </a:p>
        </p:txBody>
      </p:sp>
      <p:sp>
        <p:nvSpPr>
          <p:cNvPr id="6" name="Text Placeholder 14">
            <a:extLst>
              <a:ext uri="{FF2B5EF4-FFF2-40B4-BE49-F238E27FC236}">
                <a16:creationId xmlns="" xmlns:a16="http://schemas.microsoft.com/office/drawing/2014/main" id="{45E8B078-76C4-88F1-0B80-CF1E382788C6}"/>
              </a:ext>
            </a:extLst>
          </p:cNvPr>
          <p:cNvSpPr>
            <a:spLocks noGrp="1"/>
          </p:cNvSpPr>
          <p:nvPr>
            <p:ph type="body" sz="quarter" idx="19" hasCustomPrompt="1"/>
          </p:nvPr>
        </p:nvSpPr>
        <p:spPr>
          <a:xfrm>
            <a:off x="6741058" y="3140463"/>
            <a:ext cx="4539916" cy="1494910"/>
          </a:xfrm>
          <a:prstGeom prst="rect">
            <a:avLst/>
          </a:prstGeom>
        </p:spPr>
        <p:txBody>
          <a:bodyPr lIns="0" tIns="0" rIns="0" bIns="0"/>
          <a:lstStyle>
            <a:lvl1pPr marL="0" indent="0">
              <a:buNone/>
              <a:defRPr sz="1400" b="0">
                <a:solidFill>
                  <a:srgbClr val="323232"/>
                </a:solidFill>
                <a:latin typeface="Lab Grotesque Thin" panose="00000200000000000000" pitchFamily="50"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Ut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Duis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dolore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23_slide-057">
    <p:spTree>
      <p:nvGrpSpPr>
        <p:cNvPr id="1" name=""/>
        <p:cNvGrpSpPr/>
        <p:nvPr/>
      </p:nvGrpSpPr>
      <p:grpSpPr>
        <a:xfrm>
          <a:off x="0" y="0"/>
          <a:ext cx="0" cy="0"/>
          <a:chOff x="0" y="0"/>
          <a:chExt cx="0" cy="0"/>
        </a:xfrm>
      </p:grpSpPr>
      <p:sp>
        <p:nvSpPr>
          <p:cNvPr id="14" name="Shape 615"/>
          <p:cNvSpPr>
            <a:spLocks noGrp="1"/>
          </p:cNvSpPr>
          <p:nvPr>
            <p:ph type="pic" sz="half" idx="14" hasCustomPrompt="1"/>
          </p:nvPr>
        </p:nvSpPr>
        <p:spPr>
          <a:xfrm>
            <a:off x="0" y="0"/>
            <a:ext cx="2902998" cy="6858000"/>
          </a:xfrm>
          <a:prstGeom prst="rect">
            <a:avLst/>
          </a:prstGeom>
          <a:pattFill prst="pct5">
            <a:fgClr>
              <a:schemeClr val="accent1"/>
            </a:fgClr>
            <a:bgClr>
              <a:schemeClr val="tx2"/>
            </a:bgClr>
          </a:pattFill>
        </p:spPr>
        <p:txBody>
          <a:bodyPr lIns="91439" tIns="45719" rIns="91439" bIns="45719" anchor="t">
            <a:noAutofit/>
          </a:bodyPr>
          <a:lstStyle>
            <a:lvl1pPr marL="0" marR="0" indent="0" algn="l" defTabSz="412750" eaLnBrk="1" fontAlgn="auto" latinLnBrk="0" hangingPunct="1">
              <a:lnSpc>
                <a:spcPct val="120000"/>
              </a:lnSpc>
              <a:spcBef>
                <a:spcPts val="2600"/>
              </a:spcBef>
              <a:spcAft>
                <a:spcPts val="0"/>
              </a:spcAft>
              <a:buClrTx/>
              <a:buSzPct val="75000"/>
              <a:buFontTx/>
              <a:buNone/>
              <a:defRPr sz="1000">
                <a:solidFill>
                  <a:schemeClr val="bg1"/>
                </a:solidFill>
                <a:latin typeface="Lab Grotesque Thin" panose="00000200000000000000" pitchFamily="50" charset="0"/>
              </a:defRPr>
            </a:lvl1pPr>
          </a:lstStyle>
          <a:p>
            <a:r>
              <a:rPr lang="de-DE" dirty="0"/>
              <a:t>Drop Image </a:t>
            </a:r>
            <a:r>
              <a:rPr lang="de-DE" dirty="0" err="1"/>
              <a:t>here</a:t>
            </a:r>
            <a:endParaRPr lang="de-DE" dirty="0"/>
          </a:p>
        </p:txBody>
      </p:sp>
      <p:sp>
        <p:nvSpPr>
          <p:cNvPr id="18" name="Title 13"/>
          <p:cNvSpPr>
            <a:spLocks noGrp="1"/>
          </p:cNvSpPr>
          <p:nvPr>
            <p:ph type="title"/>
          </p:nvPr>
        </p:nvSpPr>
        <p:spPr>
          <a:xfrm>
            <a:off x="3358832" y="1611174"/>
            <a:ext cx="7288043" cy="1298661"/>
          </a:xfrm>
          <a:prstGeom prst="rect">
            <a:avLst/>
          </a:prstGeom>
        </p:spPr>
        <p:txBody>
          <a:bodyPr lIns="0" tIns="0" rIns="0" bIns="0"/>
          <a:lstStyle>
            <a:lvl1pPr>
              <a:defRPr lang="en-GB" b="0" dirty="0">
                <a:solidFill>
                  <a:srgbClr val="323232"/>
                </a:solidFill>
                <a:latin typeface="Lab Grotesque Bold" panose="00000800000000000000" pitchFamily="50" charset="0"/>
                <a:ea typeface="Alibaba PuHuiTi 2.0 105 Heavy" panose="00020600040101010101" pitchFamily="18" charset="-122"/>
                <a:cs typeface="Alibaba PuHuiTi 2.0 105 Heavy" panose="00020600040101010101" pitchFamily="18" charset="-122"/>
              </a:defRPr>
            </a:lvl1pPr>
          </a:lstStyle>
          <a:p>
            <a:pPr lvl="0"/>
            <a:r>
              <a:rPr lang="en-US" dirty="0"/>
              <a:t>Click to edit Master title style</a:t>
            </a:r>
            <a:endParaRPr lang="en-GB" dirty="0"/>
          </a:p>
        </p:txBody>
      </p:sp>
      <p:sp>
        <p:nvSpPr>
          <p:cNvPr id="5" name="Slide Number Placeholder 5">
            <a:extLst>
              <a:ext uri="{FF2B5EF4-FFF2-40B4-BE49-F238E27FC236}">
                <a16:creationId xmlns="" xmlns:a16="http://schemas.microsoft.com/office/drawing/2014/main" id="{3864F55E-1FBC-27E9-E0D7-14F57CE689AF}"/>
              </a:ext>
            </a:extLst>
          </p:cNvPr>
          <p:cNvSpPr txBox="1">
            <a:spLocks/>
          </p:cNvSpPr>
          <p:nvPr userDrawn="1"/>
        </p:nvSpPr>
        <p:spPr>
          <a:xfrm>
            <a:off x="10853417" y="6409344"/>
            <a:ext cx="960212" cy="124622"/>
          </a:xfrm>
          <a:prstGeom prst="rect">
            <a:avLst/>
          </a:prstGeom>
        </p:spPr>
        <p:txBody>
          <a:bodyPr lIns="0" tIns="0" rIns="0" bIns="0"/>
          <a:lstStyle>
            <a:defPPr>
              <a:defRPr lang="en-US"/>
            </a:defPPr>
            <a:lvl1pPr algn="r">
              <a:defRPr sz="1000" b="1">
                <a:solidFill>
                  <a:schemeClr val="bg1"/>
                </a:solidFill>
                <a:latin typeface="Apercu Pro" panose="02000506040000020004" pitchFamily="2" charset="0"/>
                <a:ea typeface="Alibaba PuHuiTi 2.0 55 Regular" panose="00020600040101010101" pitchFamily="18" charset="-122"/>
                <a:cs typeface="Alibaba PuHuiTi 2.0 55 Regular" panose="00020600040101010101" pitchFamily="18" charset="-122"/>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fld id="{4663B93F-C5C2-4CDE-B3E1-04DBF578BDFD}" type="slidenum">
              <a:rPr lang="en-GB" sz="800" b="0" smtClean="0">
                <a:solidFill>
                  <a:schemeClr val="tx1">
                    <a:lumMod val="50000"/>
                    <a:lumOff val="50000"/>
                  </a:schemeClr>
                </a:solidFill>
                <a:latin typeface="Lab Grotesque Thin" panose="00000200000000000000" pitchFamily="50" charset="0"/>
              </a:rPr>
              <a:pPr lvl="0"/>
              <a:t>‹#›</a:t>
            </a:fld>
            <a:endParaRPr lang="en-GB" sz="800" b="0" dirty="0">
              <a:solidFill>
                <a:schemeClr val="tx1">
                  <a:lumMod val="50000"/>
                  <a:lumOff val="50000"/>
                </a:schemeClr>
              </a:solidFill>
              <a:latin typeface="Lab Grotesque Thin" panose="00000200000000000000" pitchFamily="50" charset="0"/>
            </a:endParaRPr>
          </a:p>
        </p:txBody>
      </p:sp>
      <p:pic>
        <p:nvPicPr>
          <p:cNvPr id="2" name="Picture 1" descr="Shape, arrow&#10;&#10;Description automatically generated">
            <a:extLst>
              <a:ext uri="{FF2B5EF4-FFF2-40B4-BE49-F238E27FC236}">
                <a16:creationId xmlns="" xmlns:a16="http://schemas.microsoft.com/office/drawing/2014/main" id="{CADEFCE0-42AB-B32C-7217-6D2062577A36}"/>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val="0"/>
              </a:ext>
            </a:extLst>
          </a:blip>
          <a:stretch>
            <a:fillRect/>
          </a:stretch>
        </p:blipFill>
        <p:spPr>
          <a:xfrm>
            <a:off x="230372" y="196750"/>
            <a:ext cx="393802" cy="457200"/>
          </a:xfrm>
          <a:prstGeom prst="rect">
            <a:avLst/>
          </a:prstGeom>
        </p:spPr>
      </p:pic>
      <p:sp>
        <p:nvSpPr>
          <p:cNvPr id="6" name="Text Placeholder 14">
            <a:extLst>
              <a:ext uri="{FF2B5EF4-FFF2-40B4-BE49-F238E27FC236}">
                <a16:creationId xmlns="" xmlns:a16="http://schemas.microsoft.com/office/drawing/2014/main" id="{625DCF11-2983-009F-E97D-DBC7BF6A24E9}"/>
              </a:ext>
            </a:extLst>
          </p:cNvPr>
          <p:cNvSpPr>
            <a:spLocks noGrp="1"/>
          </p:cNvSpPr>
          <p:nvPr>
            <p:ph type="body" sz="quarter" idx="19" hasCustomPrompt="1"/>
          </p:nvPr>
        </p:nvSpPr>
        <p:spPr>
          <a:xfrm>
            <a:off x="3358832" y="3174241"/>
            <a:ext cx="7288042" cy="1494910"/>
          </a:xfrm>
          <a:prstGeom prst="rect">
            <a:avLst/>
          </a:prstGeom>
        </p:spPr>
        <p:txBody>
          <a:bodyPr lIns="0" tIns="0" rIns="0" bIns="0"/>
          <a:lstStyle>
            <a:lvl1pPr marL="0" indent="0">
              <a:buNone/>
              <a:defRPr sz="1400" b="0">
                <a:solidFill>
                  <a:srgbClr val="323232"/>
                </a:solidFill>
                <a:latin typeface="Lab Grotesque Thin" panose="00000200000000000000" pitchFamily="50"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Ut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Duis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dolore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13_slide-057">
    <p:spTree>
      <p:nvGrpSpPr>
        <p:cNvPr id="1" name=""/>
        <p:cNvGrpSpPr/>
        <p:nvPr/>
      </p:nvGrpSpPr>
      <p:grpSpPr>
        <a:xfrm>
          <a:off x="0" y="0"/>
          <a:ext cx="0" cy="0"/>
          <a:chOff x="0" y="0"/>
          <a:chExt cx="0" cy="0"/>
        </a:xfrm>
      </p:grpSpPr>
      <p:sp>
        <p:nvSpPr>
          <p:cNvPr id="14" name="Shape 615"/>
          <p:cNvSpPr>
            <a:spLocks noGrp="1"/>
          </p:cNvSpPr>
          <p:nvPr>
            <p:ph type="pic" sz="half" idx="14" hasCustomPrompt="1"/>
          </p:nvPr>
        </p:nvSpPr>
        <p:spPr>
          <a:xfrm>
            <a:off x="0" y="-35511"/>
            <a:ext cx="12192000" cy="3429000"/>
          </a:xfrm>
          <a:prstGeom prst="rect">
            <a:avLst/>
          </a:prstGeom>
          <a:pattFill prst="pct5">
            <a:fgClr>
              <a:schemeClr val="accent1"/>
            </a:fgClr>
            <a:bgClr>
              <a:schemeClr val="tx2"/>
            </a:bgClr>
          </a:pattFill>
        </p:spPr>
        <p:txBody>
          <a:bodyPr lIns="91439" tIns="45719" rIns="91439" bIns="45719" anchor="t">
            <a:noAutofit/>
          </a:bodyPr>
          <a:lstStyle>
            <a:lvl1pPr marL="182880" marR="0" indent="-182880" algn="l" defTabSz="412750" eaLnBrk="1" fontAlgn="auto" latinLnBrk="0" hangingPunct="1">
              <a:lnSpc>
                <a:spcPct val="120000"/>
              </a:lnSpc>
              <a:spcBef>
                <a:spcPts val="2600"/>
              </a:spcBef>
              <a:spcAft>
                <a:spcPts val="0"/>
              </a:spcAft>
              <a:buClrTx/>
              <a:buSzPct val="75000"/>
              <a:buFontTx/>
              <a:buChar char="•"/>
              <a:defRPr sz="1000">
                <a:solidFill>
                  <a:schemeClr val="bg1"/>
                </a:solidFill>
                <a:latin typeface="Lab Grotesque Thin" panose="00000200000000000000" pitchFamily="50" charset="0"/>
              </a:defRPr>
            </a:lvl1pPr>
          </a:lstStyle>
          <a:p>
            <a:r>
              <a:rPr lang="de-DE" dirty="0"/>
              <a:t>Drop Image </a:t>
            </a:r>
            <a:r>
              <a:rPr lang="de-DE" dirty="0" err="1"/>
              <a:t>here</a:t>
            </a:r>
            <a:endParaRPr lang="de-DE" dirty="0"/>
          </a:p>
        </p:txBody>
      </p:sp>
      <p:sp>
        <p:nvSpPr>
          <p:cNvPr id="18" name="Title 13"/>
          <p:cNvSpPr>
            <a:spLocks noGrp="1"/>
          </p:cNvSpPr>
          <p:nvPr>
            <p:ph type="title"/>
          </p:nvPr>
        </p:nvSpPr>
        <p:spPr>
          <a:xfrm>
            <a:off x="925243" y="3735258"/>
            <a:ext cx="8982149" cy="653779"/>
          </a:xfrm>
          <a:prstGeom prst="rect">
            <a:avLst/>
          </a:prstGeom>
        </p:spPr>
        <p:txBody>
          <a:bodyPr lIns="0" tIns="0" rIns="0" bIns="0"/>
          <a:lstStyle>
            <a:lvl1pPr>
              <a:defRPr lang="en-GB" b="0" dirty="0">
                <a:solidFill>
                  <a:srgbClr val="323232"/>
                </a:solidFill>
                <a:latin typeface="Lab Grotesque Bold" panose="00000800000000000000" pitchFamily="50" charset="0"/>
                <a:ea typeface="Alibaba PuHuiTi 2.0 105 Heavy" panose="00020600040101010101" pitchFamily="18" charset="-122"/>
                <a:cs typeface="Alibaba PuHuiTi 2.0 105 Heavy" panose="00020600040101010101" pitchFamily="18" charset="-122"/>
              </a:defRPr>
            </a:lvl1pPr>
          </a:lstStyle>
          <a:p>
            <a:pPr lvl="0"/>
            <a:r>
              <a:rPr lang="en-US" dirty="0"/>
              <a:t>Click to edit Master title style</a:t>
            </a:r>
            <a:endParaRPr lang="en-GB" dirty="0"/>
          </a:p>
        </p:txBody>
      </p:sp>
      <p:pic>
        <p:nvPicPr>
          <p:cNvPr id="11" name="Picture 10" descr="Shape, arrow&#10;&#10;Description automatically generated"/>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val="0"/>
              </a:ext>
            </a:extLst>
          </a:blip>
          <a:stretch>
            <a:fillRect/>
          </a:stretch>
        </p:blipFill>
        <p:spPr>
          <a:xfrm>
            <a:off x="230372" y="196750"/>
            <a:ext cx="393802" cy="457200"/>
          </a:xfrm>
          <a:prstGeom prst="rect">
            <a:avLst/>
          </a:prstGeom>
        </p:spPr>
      </p:pic>
      <p:sp>
        <p:nvSpPr>
          <p:cNvPr id="8" name="Slide Number Placeholder 5">
            <a:extLst>
              <a:ext uri="{FF2B5EF4-FFF2-40B4-BE49-F238E27FC236}">
                <a16:creationId xmlns="" xmlns:a16="http://schemas.microsoft.com/office/drawing/2014/main" id="{FF0D7D25-B90A-7F0C-0AA0-2AC0817E20D9}"/>
              </a:ext>
            </a:extLst>
          </p:cNvPr>
          <p:cNvSpPr txBox="1">
            <a:spLocks/>
          </p:cNvSpPr>
          <p:nvPr userDrawn="1"/>
        </p:nvSpPr>
        <p:spPr>
          <a:xfrm>
            <a:off x="10853417" y="6409344"/>
            <a:ext cx="960212" cy="124622"/>
          </a:xfrm>
          <a:prstGeom prst="rect">
            <a:avLst/>
          </a:prstGeom>
        </p:spPr>
        <p:txBody>
          <a:bodyPr lIns="0" tIns="0" rIns="0" bIns="0"/>
          <a:lstStyle>
            <a:defPPr>
              <a:defRPr lang="en-US"/>
            </a:defPPr>
            <a:lvl1pPr algn="r">
              <a:defRPr sz="1000" b="1">
                <a:solidFill>
                  <a:schemeClr val="bg1"/>
                </a:solidFill>
                <a:latin typeface="Apercu Pro" panose="02000506040000020004" pitchFamily="2" charset="0"/>
                <a:ea typeface="Alibaba PuHuiTi 2.0 55 Regular" panose="00020600040101010101" pitchFamily="18" charset="-122"/>
                <a:cs typeface="Alibaba PuHuiTi 2.0 55 Regular" panose="00020600040101010101" pitchFamily="18" charset="-122"/>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fld id="{4663B93F-C5C2-4CDE-B3E1-04DBF578BDFD}" type="slidenum">
              <a:rPr lang="en-GB" sz="800" b="0" smtClean="0">
                <a:solidFill>
                  <a:schemeClr val="tx1">
                    <a:lumMod val="50000"/>
                    <a:lumOff val="50000"/>
                  </a:schemeClr>
                </a:solidFill>
                <a:latin typeface="Lab Grotesque Thin" panose="00000200000000000000" pitchFamily="50" charset="0"/>
              </a:rPr>
              <a:pPr lvl="0"/>
              <a:t>‹#›</a:t>
            </a:fld>
            <a:endParaRPr lang="en-GB" sz="800" b="0" dirty="0">
              <a:solidFill>
                <a:schemeClr val="tx1">
                  <a:lumMod val="50000"/>
                  <a:lumOff val="50000"/>
                </a:schemeClr>
              </a:solidFill>
              <a:latin typeface="Lab Grotesque Thin" panose="00000200000000000000" pitchFamily="50" charset="0"/>
            </a:endParaRPr>
          </a:p>
        </p:txBody>
      </p:sp>
      <p:sp>
        <p:nvSpPr>
          <p:cNvPr id="3" name="Text Placeholder 14">
            <a:extLst>
              <a:ext uri="{FF2B5EF4-FFF2-40B4-BE49-F238E27FC236}">
                <a16:creationId xmlns="" xmlns:a16="http://schemas.microsoft.com/office/drawing/2014/main" id="{87E238C7-87EC-5A21-BD6A-B4A119C0C8F7}"/>
              </a:ext>
            </a:extLst>
          </p:cNvPr>
          <p:cNvSpPr>
            <a:spLocks noGrp="1"/>
          </p:cNvSpPr>
          <p:nvPr>
            <p:ph type="body" sz="quarter" idx="19" hasCustomPrompt="1"/>
          </p:nvPr>
        </p:nvSpPr>
        <p:spPr>
          <a:xfrm>
            <a:off x="925243" y="4574176"/>
            <a:ext cx="5433191" cy="1494910"/>
          </a:xfrm>
          <a:prstGeom prst="rect">
            <a:avLst/>
          </a:prstGeom>
        </p:spPr>
        <p:txBody>
          <a:bodyPr lIns="0" tIns="0" rIns="0" bIns="0"/>
          <a:lstStyle>
            <a:lvl1pPr marL="0" indent="0">
              <a:buNone/>
              <a:defRPr sz="1400" b="0">
                <a:solidFill>
                  <a:srgbClr val="323232"/>
                </a:solidFill>
                <a:latin typeface="Lab Grotesque Thin" panose="00000200000000000000" pitchFamily="50"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Ut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Duis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dolore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14_slide-057">
    <p:spTree>
      <p:nvGrpSpPr>
        <p:cNvPr id="1" name=""/>
        <p:cNvGrpSpPr/>
        <p:nvPr/>
      </p:nvGrpSpPr>
      <p:grpSpPr>
        <a:xfrm>
          <a:off x="0" y="0"/>
          <a:ext cx="0" cy="0"/>
          <a:chOff x="0" y="0"/>
          <a:chExt cx="0" cy="0"/>
        </a:xfrm>
      </p:grpSpPr>
      <p:sp>
        <p:nvSpPr>
          <p:cNvPr id="14" name="Shape 615"/>
          <p:cNvSpPr>
            <a:spLocks noGrp="1"/>
          </p:cNvSpPr>
          <p:nvPr>
            <p:ph type="pic" sz="half" idx="14" hasCustomPrompt="1"/>
          </p:nvPr>
        </p:nvSpPr>
        <p:spPr>
          <a:xfrm>
            <a:off x="0" y="0"/>
            <a:ext cx="12192000" cy="6858000"/>
          </a:xfrm>
          <a:prstGeom prst="rect">
            <a:avLst/>
          </a:prstGeom>
          <a:pattFill prst="pct5">
            <a:fgClr>
              <a:schemeClr val="accent1"/>
            </a:fgClr>
            <a:bgClr>
              <a:schemeClr val="tx2"/>
            </a:bgClr>
          </a:pattFill>
        </p:spPr>
        <p:txBody>
          <a:bodyPr lIns="91439" tIns="45719" rIns="91439" bIns="45719" anchor="t">
            <a:noAutofit/>
          </a:bodyPr>
          <a:lstStyle>
            <a:lvl1pPr marL="182880" marR="0" indent="-182880" algn="l" defTabSz="412750" eaLnBrk="1" fontAlgn="auto" latinLnBrk="0" hangingPunct="1">
              <a:lnSpc>
                <a:spcPct val="120000"/>
              </a:lnSpc>
              <a:spcBef>
                <a:spcPts val="2600"/>
              </a:spcBef>
              <a:spcAft>
                <a:spcPts val="0"/>
              </a:spcAft>
              <a:buClrTx/>
              <a:buSzPct val="75000"/>
              <a:buFontTx/>
              <a:buChar char="•"/>
              <a:defRPr sz="1000">
                <a:solidFill>
                  <a:schemeClr val="bg1"/>
                </a:solidFill>
                <a:latin typeface="Lab Grotesque Thin" panose="00000200000000000000" pitchFamily="50" charset="0"/>
              </a:defRPr>
            </a:lvl1pPr>
          </a:lstStyle>
          <a:p>
            <a:r>
              <a:rPr lang="de-DE" dirty="0"/>
              <a:t>Drop Image </a:t>
            </a:r>
            <a:r>
              <a:rPr lang="de-DE" dirty="0" err="1"/>
              <a:t>here</a:t>
            </a:r>
            <a:endParaRPr lang="de-DE" dirty="0"/>
          </a:p>
        </p:txBody>
      </p:sp>
      <p:sp>
        <p:nvSpPr>
          <p:cNvPr id="18" name="Title 13"/>
          <p:cNvSpPr>
            <a:spLocks noGrp="1"/>
          </p:cNvSpPr>
          <p:nvPr>
            <p:ph type="title"/>
          </p:nvPr>
        </p:nvSpPr>
        <p:spPr>
          <a:xfrm>
            <a:off x="1743924" y="2777481"/>
            <a:ext cx="8704152" cy="653779"/>
          </a:xfrm>
          <a:prstGeom prst="rect">
            <a:avLst/>
          </a:prstGeom>
        </p:spPr>
        <p:txBody>
          <a:bodyPr lIns="0" tIns="0" rIns="0" bIns="0"/>
          <a:lstStyle>
            <a:lvl1pPr algn="ctr">
              <a:defRPr lang="en-GB" b="0" dirty="0">
                <a:solidFill>
                  <a:schemeClr val="bg1"/>
                </a:solidFill>
                <a:latin typeface="Lab Grotesque Bold" panose="00000800000000000000" pitchFamily="50" charset="0"/>
                <a:ea typeface="Alibaba PuHuiTi 2.0 105 Heavy" panose="00020600040101010101" pitchFamily="18" charset="-122"/>
                <a:cs typeface="Alibaba PuHuiTi 2.0 105 Heavy" panose="00020600040101010101" pitchFamily="18" charset="-122"/>
              </a:defRPr>
            </a:lvl1pPr>
          </a:lstStyle>
          <a:p>
            <a:pPr lvl="0"/>
            <a:r>
              <a:rPr lang="en-US" dirty="0"/>
              <a:t>Click to edit Master title style</a:t>
            </a:r>
            <a:endParaRPr lang="en-GB" dirty="0"/>
          </a:p>
        </p:txBody>
      </p:sp>
      <p:pic>
        <p:nvPicPr>
          <p:cNvPr id="11" name="Picture 10" descr="Shape, arrow&#10;&#10;Description automatically generated"/>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val="0"/>
              </a:ext>
            </a:extLst>
          </a:blip>
          <a:stretch>
            <a:fillRect/>
          </a:stretch>
        </p:blipFill>
        <p:spPr>
          <a:xfrm>
            <a:off x="230372" y="196750"/>
            <a:ext cx="393802" cy="457200"/>
          </a:xfrm>
          <a:prstGeom prst="rect">
            <a:avLst/>
          </a:prstGeom>
        </p:spPr>
      </p:pic>
      <p:sp>
        <p:nvSpPr>
          <p:cNvPr id="4" name="Slide Number Placeholder 5">
            <a:extLst>
              <a:ext uri="{FF2B5EF4-FFF2-40B4-BE49-F238E27FC236}">
                <a16:creationId xmlns="" xmlns:a16="http://schemas.microsoft.com/office/drawing/2014/main" id="{B33ABC23-FDFD-0495-2142-07EA7FD18347}"/>
              </a:ext>
            </a:extLst>
          </p:cNvPr>
          <p:cNvSpPr txBox="1">
            <a:spLocks/>
          </p:cNvSpPr>
          <p:nvPr userDrawn="1"/>
        </p:nvSpPr>
        <p:spPr>
          <a:xfrm>
            <a:off x="10853417" y="6409344"/>
            <a:ext cx="960212" cy="124622"/>
          </a:xfrm>
          <a:prstGeom prst="rect">
            <a:avLst/>
          </a:prstGeom>
        </p:spPr>
        <p:txBody>
          <a:bodyPr lIns="0" tIns="0" rIns="0" bIns="0"/>
          <a:lstStyle>
            <a:defPPr>
              <a:defRPr lang="en-US"/>
            </a:defPPr>
            <a:lvl1pPr algn="r">
              <a:defRPr sz="1000" b="1">
                <a:solidFill>
                  <a:schemeClr val="bg1"/>
                </a:solidFill>
                <a:latin typeface="Apercu Pro" panose="02000506040000020004" pitchFamily="2" charset="0"/>
                <a:ea typeface="Alibaba PuHuiTi 2.0 55 Regular" panose="00020600040101010101" pitchFamily="18" charset="-122"/>
                <a:cs typeface="Alibaba PuHuiTi 2.0 55 Regular" panose="00020600040101010101" pitchFamily="18" charset="-122"/>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fld id="{4663B93F-C5C2-4CDE-B3E1-04DBF578BDFD}" type="slidenum">
              <a:rPr lang="en-GB" sz="800" b="0" smtClean="0">
                <a:solidFill>
                  <a:schemeClr val="bg1"/>
                </a:solidFill>
                <a:latin typeface="Lab Grotesque Thin" panose="00000200000000000000" pitchFamily="50" charset="0"/>
              </a:rPr>
              <a:pPr lvl="0"/>
              <a:t>‹#›</a:t>
            </a:fld>
            <a:endParaRPr lang="en-GB" sz="800" b="0" dirty="0">
              <a:solidFill>
                <a:schemeClr val="bg1"/>
              </a:solidFill>
              <a:latin typeface="Lab Grotesque Thin" panose="00000200000000000000" pitchFamily="50" charset="0"/>
            </a:endParaRPr>
          </a:p>
        </p:txBody>
      </p:sp>
      <p:sp>
        <p:nvSpPr>
          <p:cNvPr id="6" name="Text Placeholder 14">
            <a:extLst>
              <a:ext uri="{FF2B5EF4-FFF2-40B4-BE49-F238E27FC236}">
                <a16:creationId xmlns="" xmlns:a16="http://schemas.microsoft.com/office/drawing/2014/main" id="{09F62AAB-A189-18AD-9187-9DCD7A1DEFC0}"/>
              </a:ext>
            </a:extLst>
          </p:cNvPr>
          <p:cNvSpPr>
            <a:spLocks noGrp="1"/>
          </p:cNvSpPr>
          <p:nvPr>
            <p:ph type="body" sz="quarter" idx="19" hasCustomPrompt="1"/>
          </p:nvPr>
        </p:nvSpPr>
        <p:spPr>
          <a:xfrm>
            <a:off x="1743922" y="3662312"/>
            <a:ext cx="8704151" cy="1078452"/>
          </a:xfrm>
          <a:prstGeom prst="rect">
            <a:avLst/>
          </a:prstGeom>
        </p:spPr>
        <p:txBody>
          <a:bodyPr lIns="0" tIns="0" rIns="0" bIns="0"/>
          <a:lstStyle>
            <a:lvl1pPr marL="0" indent="0" algn="ctr">
              <a:buNone/>
              <a:defRPr sz="1600" b="0">
                <a:solidFill>
                  <a:schemeClr val="bg1"/>
                </a:solidFill>
                <a:latin typeface="Lab Grotesque Thin" panose="00000200000000000000" pitchFamily="50" charset="0"/>
              </a:defRPr>
            </a:lvl1pPr>
          </a:lstStyle>
          <a:p>
            <a:pPr lvl="0"/>
            <a:r>
              <a:rPr lang="en-US" dirty="0"/>
              <a:t>[Subtitle]</a:t>
            </a:r>
          </a:p>
        </p:txBody>
      </p:sp>
    </p:spTree>
    <p:extLst>
      <p:ext uri="{BB962C8B-B14F-4D97-AF65-F5344CB8AC3E}">
        <p14:creationId xmlns:p14="http://schemas.microsoft.com/office/powerpoint/2010/main" val="13399118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0_Title Only">
    <p:bg>
      <p:bgPr>
        <a:solidFill>
          <a:srgbClr val="FF4D63"/>
        </a:solidFill>
        <a:effectLst/>
      </p:bgPr>
    </p:bg>
    <p:spTree>
      <p:nvGrpSpPr>
        <p:cNvPr id="1" name=""/>
        <p:cNvGrpSpPr/>
        <p:nvPr/>
      </p:nvGrpSpPr>
      <p:grpSpPr>
        <a:xfrm>
          <a:off x="0" y="0"/>
          <a:ext cx="0" cy="0"/>
          <a:chOff x="0" y="0"/>
          <a:chExt cx="0" cy="0"/>
        </a:xfrm>
      </p:grpSpPr>
      <p:sp>
        <p:nvSpPr>
          <p:cNvPr id="5" name="Slide Number Placeholder 5">
            <a:extLst>
              <a:ext uri="{FF2B5EF4-FFF2-40B4-BE49-F238E27FC236}">
                <a16:creationId xmlns="" xmlns:a16="http://schemas.microsoft.com/office/drawing/2014/main" id="{EA874A42-4105-02F0-BB31-7C5F7C51E2D0}"/>
              </a:ext>
            </a:extLst>
          </p:cNvPr>
          <p:cNvSpPr txBox="1">
            <a:spLocks/>
          </p:cNvSpPr>
          <p:nvPr userDrawn="1"/>
        </p:nvSpPr>
        <p:spPr>
          <a:xfrm>
            <a:off x="10853417" y="6409344"/>
            <a:ext cx="960212" cy="124622"/>
          </a:xfrm>
          <a:prstGeom prst="rect">
            <a:avLst/>
          </a:prstGeom>
        </p:spPr>
        <p:txBody>
          <a:bodyPr lIns="0" tIns="0" rIns="0" bIns="0"/>
          <a:lstStyle>
            <a:defPPr>
              <a:defRPr lang="en-US"/>
            </a:defPPr>
            <a:lvl1pPr algn="r">
              <a:defRPr sz="1000" b="1">
                <a:solidFill>
                  <a:schemeClr val="bg1"/>
                </a:solidFill>
                <a:latin typeface="Apercu Pro" panose="02000506040000020004" pitchFamily="2" charset="0"/>
                <a:ea typeface="Alibaba PuHuiTi 2.0 55 Regular" panose="00020600040101010101" pitchFamily="18" charset="-122"/>
                <a:cs typeface="Alibaba PuHuiTi 2.0 55 Regular" panose="00020600040101010101" pitchFamily="18" charset="-122"/>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fld id="{4663B93F-C5C2-4CDE-B3E1-04DBF578BDFD}" type="slidenum">
              <a:rPr lang="en-GB" sz="800" b="0" smtClean="0">
                <a:solidFill>
                  <a:schemeClr val="bg1"/>
                </a:solidFill>
                <a:latin typeface="Lab Grotesque Thin" panose="00000200000000000000" pitchFamily="50" charset="0"/>
              </a:rPr>
              <a:pPr lvl="0"/>
              <a:t>‹#›</a:t>
            </a:fld>
            <a:endParaRPr lang="en-GB" sz="800" b="0" dirty="0">
              <a:solidFill>
                <a:schemeClr val="bg1"/>
              </a:solidFill>
              <a:latin typeface="Lab Grotesque Thin" panose="00000200000000000000" pitchFamily="50" charset="0"/>
            </a:endParaRPr>
          </a:p>
        </p:txBody>
      </p:sp>
      <p:pic>
        <p:nvPicPr>
          <p:cNvPr id="6" name="Picture 5" descr="Shape, arrow&#10;&#10;Description automatically generated">
            <a:extLst>
              <a:ext uri="{FF2B5EF4-FFF2-40B4-BE49-F238E27FC236}">
                <a16:creationId xmlns="" xmlns:a16="http://schemas.microsoft.com/office/drawing/2014/main" id="{74C4CA9E-3397-FFBF-898B-B729A3FD1E91}"/>
              </a:ext>
            </a:extLst>
          </p:cNvPr>
          <p:cNvPicPr>
            <a:picLocks noGrp="1" noRot="1" noChangeAspect="1" noMove="1" noResize="1" noEditPoints="1" noAdjustHandles="1" noChangeArrowheads="1" noChangeShapeType="1" noCrop="1"/>
          </p:cNvPicPr>
          <p:nvPr userDrawn="1">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230372" y="196750"/>
            <a:ext cx="393802" cy="457200"/>
          </a:xfrm>
          <a:prstGeom prst="rect">
            <a:avLst/>
          </a:prstGeom>
        </p:spPr>
      </p:pic>
      <p:sp>
        <p:nvSpPr>
          <p:cNvPr id="8" name="Title 1">
            <a:extLst>
              <a:ext uri="{FF2B5EF4-FFF2-40B4-BE49-F238E27FC236}">
                <a16:creationId xmlns="" xmlns:a16="http://schemas.microsoft.com/office/drawing/2014/main" id="{7D72E17C-2684-E7F3-8693-22F3558DC75C}"/>
              </a:ext>
            </a:extLst>
          </p:cNvPr>
          <p:cNvSpPr>
            <a:spLocks noGrp="1"/>
          </p:cNvSpPr>
          <p:nvPr>
            <p:ph type="title"/>
          </p:nvPr>
        </p:nvSpPr>
        <p:spPr>
          <a:xfrm>
            <a:off x="1257300" y="1066258"/>
            <a:ext cx="9677400" cy="701860"/>
          </a:xfrm>
          <a:prstGeom prst="rect">
            <a:avLst/>
          </a:prstGeom>
        </p:spPr>
        <p:txBody>
          <a:bodyPr lIns="0" tIns="0" rIns="0" bIns="0"/>
          <a:lstStyle>
            <a:lvl1pPr algn="ctr">
              <a:defRPr lang="en-US" sz="4400" b="0" kern="1200">
                <a:solidFill>
                  <a:schemeClr val="bg1"/>
                </a:solidFill>
                <a:latin typeface="Lab Grotesque Bold" panose="00000800000000000000" pitchFamily="50" charset="0"/>
                <a:ea typeface="Alibaba PuHuiTi 2.0 105 Heavy" panose="00020600040101010101" pitchFamily="18" charset="-122"/>
                <a:cs typeface="Alibaba PuHuiTi 2.0 105 Heavy" panose="00020600040101010101" pitchFamily="18" charset="-122"/>
              </a:defRPr>
            </a:lvl1pPr>
          </a:lstStyle>
          <a:p>
            <a:r>
              <a:rPr lang="en-US" dirty="0"/>
              <a:t>Click to edit Master title style</a:t>
            </a:r>
            <a:endParaRPr lang="en-GB" dirty="0"/>
          </a:p>
        </p:txBody>
      </p:sp>
      <p:sp>
        <p:nvSpPr>
          <p:cNvPr id="9" name="Text Placeholder 14">
            <a:extLst>
              <a:ext uri="{FF2B5EF4-FFF2-40B4-BE49-F238E27FC236}">
                <a16:creationId xmlns="" xmlns:a16="http://schemas.microsoft.com/office/drawing/2014/main" id="{F499FF81-28F6-0111-41C4-83FB7950F678}"/>
              </a:ext>
            </a:extLst>
          </p:cNvPr>
          <p:cNvSpPr>
            <a:spLocks noGrp="1"/>
          </p:cNvSpPr>
          <p:nvPr>
            <p:ph type="body" sz="quarter" idx="18" hasCustomPrompt="1"/>
          </p:nvPr>
        </p:nvSpPr>
        <p:spPr>
          <a:xfrm>
            <a:off x="2682402" y="2048133"/>
            <a:ext cx="6827196" cy="1380867"/>
          </a:xfrm>
          <a:prstGeom prst="rect">
            <a:avLst/>
          </a:prstGeom>
        </p:spPr>
        <p:txBody>
          <a:bodyPr lIns="0" tIns="0" rIns="0" bIns="0"/>
          <a:lstStyle>
            <a:lvl1pPr marL="0" indent="0" algn="ctr">
              <a:buNone/>
              <a:defRPr sz="1600" b="0">
                <a:solidFill>
                  <a:schemeClr val="bg1"/>
                </a:solidFill>
                <a:latin typeface="Lab Grotesque Thin" panose="00000200000000000000" pitchFamily="50"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Ut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Duis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dolore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endParaRPr lang="en-GB" dirty="0"/>
          </a:p>
        </p:txBody>
      </p:sp>
    </p:spTree>
    <p:extLst>
      <p:ext uri="{BB962C8B-B14F-4D97-AF65-F5344CB8AC3E}">
        <p14:creationId xmlns:p14="http://schemas.microsoft.com/office/powerpoint/2010/main" val="23772257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7_Title Only">
    <p:spTree>
      <p:nvGrpSpPr>
        <p:cNvPr id="1" name=""/>
        <p:cNvGrpSpPr/>
        <p:nvPr/>
      </p:nvGrpSpPr>
      <p:grpSpPr>
        <a:xfrm>
          <a:off x="0" y="0"/>
          <a:ext cx="0" cy="0"/>
          <a:chOff x="0" y="0"/>
          <a:chExt cx="0" cy="0"/>
        </a:xfrm>
      </p:grpSpPr>
      <p:sp>
        <p:nvSpPr>
          <p:cNvPr id="5" name="Rectangle 4">
            <a:extLst>
              <a:ext uri="{FF2B5EF4-FFF2-40B4-BE49-F238E27FC236}">
                <a16:creationId xmlns="" xmlns:a16="http://schemas.microsoft.com/office/drawing/2014/main" id="{C6ABF9AF-077E-7F4A-6F35-441B521BDE7F}"/>
              </a:ext>
            </a:extLst>
          </p:cNvPr>
          <p:cNvSpPr>
            <a:spLocks/>
          </p:cNvSpPr>
          <p:nvPr userDrawn="1"/>
        </p:nvSpPr>
        <p:spPr>
          <a:xfrm>
            <a:off x="6096000" y="0"/>
            <a:ext cx="6096000" cy="6858000"/>
          </a:xfrm>
          <a:prstGeom prst="rect">
            <a:avLst/>
          </a:prstGeom>
          <a:solidFill>
            <a:srgbClr val="FF4D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1"/>
              </a:solidFill>
              <a:latin typeface="Lab Grotesque Thin" panose="00000200000000000000" pitchFamily="50" charset="0"/>
            </a:endParaRPr>
          </a:p>
        </p:txBody>
      </p:sp>
      <p:sp>
        <p:nvSpPr>
          <p:cNvPr id="6" name="Slide Number Placeholder 5">
            <a:extLst>
              <a:ext uri="{FF2B5EF4-FFF2-40B4-BE49-F238E27FC236}">
                <a16:creationId xmlns="" xmlns:a16="http://schemas.microsoft.com/office/drawing/2014/main" id="{551E417D-FF39-1C7D-340E-5F70504C1995}"/>
              </a:ext>
            </a:extLst>
          </p:cNvPr>
          <p:cNvSpPr txBox="1">
            <a:spLocks/>
          </p:cNvSpPr>
          <p:nvPr userDrawn="1"/>
        </p:nvSpPr>
        <p:spPr>
          <a:xfrm>
            <a:off x="10853417" y="6409344"/>
            <a:ext cx="960212" cy="124622"/>
          </a:xfrm>
          <a:prstGeom prst="rect">
            <a:avLst/>
          </a:prstGeom>
        </p:spPr>
        <p:txBody>
          <a:bodyPr lIns="0" tIns="0" rIns="0" bIns="0"/>
          <a:lstStyle>
            <a:defPPr>
              <a:defRPr lang="en-US"/>
            </a:defPPr>
            <a:lvl1pPr algn="r">
              <a:defRPr sz="1000" b="1">
                <a:solidFill>
                  <a:schemeClr val="bg1"/>
                </a:solidFill>
                <a:latin typeface="Apercu Pro" panose="02000506040000020004" pitchFamily="2" charset="0"/>
                <a:ea typeface="Alibaba PuHuiTi 2.0 55 Regular" panose="00020600040101010101" pitchFamily="18" charset="-122"/>
                <a:cs typeface="Alibaba PuHuiTi 2.0 55 Regular" panose="00020600040101010101" pitchFamily="18" charset="-122"/>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fld id="{4663B93F-C5C2-4CDE-B3E1-04DBF578BDFD}" type="slidenum">
              <a:rPr lang="en-GB" sz="800" b="0" smtClean="0">
                <a:solidFill>
                  <a:schemeClr val="bg1"/>
                </a:solidFill>
                <a:latin typeface="Lab Grotesque Thin" panose="00000200000000000000" pitchFamily="50" charset="0"/>
              </a:rPr>
              <a:pPr lvl="0"/>
              <a:t>‹#›</a:t>
            </a:fld>
            <a:endParaRPr lang="en-GB" sz="800" b="0" dirty="0">
              <a:solidFill>
                <a:schemeClr val="bg1"/>
              </a:solidFill>
              <a:latin typeface="Lab Grotesque Thin" panose="00000200000000000000" pitchFamily="50" charset="0"/>
            </a:endParaRPr>
          </a:p>
        </p:txBody>
      </p:sp>
      <p:pic>
        <p:nvPicPr>
          <p:cNvPr id="4" name="Picture 3" descr="A close-up of a pyramid&#10;&#10;Description automatically generated with low confidence">
            <a:extLst>
              <a:ext uri="{FF2B5EF4-FFF2-40B4-BE49-F238E27FC236}">
                <a16:creationId xmlns="" xmlns:a16="http://schemas.microsoft.com/office/drawing/2014/main" id="{3C4D0131-DCCC-A2C6-C843-13194F0D8432}"/>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val="0"/>
              </a:ext>
            </a:extLst>
          </a:blip>
          <a:stretch>
            <a:fillRect/>
          </a:stretch>
        </p:blipFill>
        <p:spPr>
          <a:xfrm>
            <a:off x="230372" y="196750"/>
            <a:ext cx="395953" cy="457200"/>
          </a:xfrm>
          <a:prstGeom prst="rect">
            <a:avLst/>
          </a:prstGeom>
        </p:spPr>
      </p:pic>
      <p:sp>
        <p:nvSpPr>
          <p:cNvPr id="8" name="Title 13">
            <a:extLst>
              <a:ext uri="{FF2B5EF4-FFF2-40B4-BE49-F238E27FC236}">
                <a16:creationId xmlns="" xmlns:a16="http://schemas.microsoft.com/office/drawing/2014/main" id="{0C814B62-B21F-64D6-E0ED-CC147856DB5B}"/>
              </a:ext>
            </a:extLst>
          </p:cNvPr>
          <p:cNvSpPr>
            <a:spLocks noGrp="1"/>
          </p:cNvSpPr>
          <p:nvPr>
            <p:ph type="title"/>
          </p:nvPr>
        </p:nvSpPr>
        <p:spPr>
          <a:xfrm>
            <a:off x="838200" y="1609587"/>
            <a:ext cx="4539916" cy="1187218"/>
          </a:xfrm>
          <a:prstGeom prst="rect">
            <a:avLst/>
          </a:prstGeom>
        </p:spPr>
        <p:txBody>
          <a:bodyPr lIns="0" tIns="0" rIns="0" bIns="0"/>
          <a:lstStyle>
            <a:lvl1pPr>
              <a:defRPr lang="en-GB" b="0" dirty="0">
                <a:solidFill>
                  <a:srgbClr val="323232"/>
                </a:solidFill>
                <a:latin typeface="Lab Grotesque Bold" panose="00000800000000000000" pitchFamily="50" charset="0"/>
                <a:ea typeface="Alibaba PuHuiTi 2.0 105 Heavy" panose="00020600040101010101" pitchFamily="18" charset="-122"/>
                <a:cs typeface="Alibaba PuHuiTi 2.0 105 Heavy" panose="00020600040101010101" pitchFamily="18" charset="-122"/>
              </a:defRPr>
            </a:lvl1pPr>
          </a:lstStyle>
          <a:p>
            <a:pPr lvl="0"/>
            <a:r>
              <a:rPr lang="en-US" dirty="0"/>
              <a:t>Click to edit Master title style</a:t>
            </a:r>
            <a:endParaRPr lang="en-GB" dirty="0"/>
          </a:p>
        </p:txBody>
      </p:sp>
      <p:sp>
        <p:nvSpPr>
          <p:cNvPr id="9" name="Text Placeholder 14">
            <a:extLst>
              <a:ext uri="{FF2B5EF4-FFF2-40B4-BE49-F238E27FC236}">
                <a16:creationId xmlns="" xmlns:a16="http://schemas.microsoft.com/office/drawing/2014/main" id="{3A2CC639-723A-B816-EC03-79F242B935C7}"/>
              </a:ext>
            </a:extLst>
          </p:cNvPr>
          <p:cNvSpPr>
            <a:spLocks noGrp="1"/>
          </p:cNvSpPr>
          <p:nvPr>
            <p:ph type="body" sz="quarter" idx="19" hasCustomPrompt="1"/>
          </p:nvPr>
        </p:nvSpPr>
        <p:spPr>
          <a:xfrm>
            <a:off x="838200" y="3140464"/>
            <a:ext cx="4539916" cy="1494910"/>
          </a:xfrm>
          <a:prstGeom prst="rect">
            <a:avLst/>
          </a:prstGeom>
        </p:spPr>
        <p:txBody>
          <a:bodyPr lIns="0" tIns="0" rIns="0" bIns="0"/>
          <a:lstStyle>
            <a:lvl1pPr marL="0" indent="0">
              <a:buNone/>
              <a:defRPr sz="1400" b="0">
                <a:solidFill>
                  <a:srgbClr val="3C4C5F"/>
                </a:solidFill>
                <a:latin typeface="Lab Grotesque Thin" panose="00000200000000000000" pitchFamily="50"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Ut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Duis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dolore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p>
        </p:txBody>
      </p:sp>
    </p:spTree>
    <p:extLst>
      <p:ext uri="{BB962C8B-B14F-4D97-AF65-F5344CB8AC3E}">
        <p14:creationId xmlns:p14="http://schemas.microsoft.com/office/powerpoint/2010/main" val="30850361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9_Title Only">
    <p:spTree>
      <p:nvGrpSpPr>
        <p:cNvPr id="1" name=""/>
        <p:cNvGrpSpPr/>
        <p:nvPr/>
      </p:nvGrpSpPr>
      <p:grpSpPr>
        <a:xfrm>
          <a:off x="0" y="0"/>
          <a:ext cx="0" cy="0"/>
          <a:chOff x="0" y="0"/>
          <a:chExt cx="0" cy="0"/>
        </a:xfrm>
      </p:grpSpPr>
      <p:sp>
        <p:nvSpPr>
          <p:cNvPr id="5" name="Rectangle 4">
            <a:extLst>
              <a:ext uri="{FF2B5EF4-FFF2-40B4-BE49-F238E27FC236}">
                <a16:creationId xmlns="" xmlns:a16="http://schemas.microsoft.com/office/drawing/2014/main" id="{C6ABF9AF-077E-7F4A-6F35-441B521BDE7F}"/>
              </a:ext>
            </a:extLst>
          </p:cNvPr>
          <p:cNvSpPr>
            <a:spLocks/>
          </p:cNvSpPr>
          <p:nvPr userDrawn="1"/>
        </p:nvSpPr>
        <p:spPr>
          <a:xfrm>
            <a:off x="0" y="0"/>
            <a:ext cx="6096000" cy="6858000"/>
          </a:xfrm>
          <a:prstGeom prst="rect">
            <a:avLst/>
          </a:prstGeom>
          <a:solidFill>
            <a:srgbClr val="FF4D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1"/>
              </a:solidFill>
              <a:latin typeface="Lab Grotesque Thin" panose="00000200000000000000" pitchFamily="50" charset="0"/>
            </a:endParaRPr>
          </a:p>
        </p:txBody>
      </p:sp>
      <p:pic>
        <p:nvPicPr>
          <p:cNvPr id="7" name="Picture 6" descr="Shape, arrow&#10;&#10;Description automatically generated">
            <a:extLst>
              <a:ext uri="{FF2B5EF4-FFF2-40B4-BE49-F238E27FC236}">
                <a16:creationId xmlns="" xmlns:a16="http://schemas.microsoft.com/office/drawing/2014/main" id="{24DDCA80-7F6B-BDE6-107B-156EF35AE50A}"/>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val="0"/>
              </a:ext>
            </a:extLst>
          </a:blip>
          <a:stretch>
            <a:fillRect/>
          </a:stretch>
        </p:blipFill>
        <p:spPr>
          <a:xfrm>
            <a:off x="230372" y="196750"/>
            <a:ext cx="393802" cy="457200"/>
          </a:xfrm>
          <a:prstGeom prst="rect">
            <a:avLst/>
          </a:prstGeom>
        </p:spPr>
      </p:pic>
      <p:sp>
        <p:nvSpPr>
          <p:cNvPr id="9" name="Slide Number Placeholder 5">
            <a:extLst>
              <a:ext uri="{FF2B5EF4-FFF2-40B4-BE49-F238E27FC236}">
                <a16:creationId xmlns="" xmlns:a16="http://schemas.microsoft.com/office/drawing/2014/main" id="{3058B245-40BB-7332-AA14-F2EBF7685BF5}"/>
              </a:ext>
            </a:extLst>
          </p:cNvPr>
          <p:cNvSpPr txBox="1">
            <a:spLocks/>
          </p:cNvSpPr>
          <p:nvPr userDrawn="1"/>
        </p:nvSpPr>
        <p:spPr>
          <a:xfrm>
            <a:off x="10853417" y="6409344"/>
            <a:ext cx="960212" cy="124622"/>
          </a:xfrm>
          <a:prstGeom prst="rect">
            <a:avLst/>
          </a:prstGeom>
        </p:spPr>
        <p:txBody>
          <a:bodyPr lIns="0" tIns="0" rIns="0" bIns="0"/>
          <a:lstStyle>
            <a:defPPr>
              <a:defRPr lang="en-US"/>
            </a:defPPr>
            <a:lvl1pPr algn="r">
              <a:defRPr sz="1000" b="1">
                <a:solidFill>
                  <a:schemeClr val="bg1"/>
                </a:solidFill>
                <a:latin typeface="Apercu Pro" panose="02000506040000020004" pitchFamily="2" charset="0"/>
                <a:ea typeface="Alibaba PuHuiTi 2.0 55 Regular" panose="00020600040101010101" pitchFamily="18" charset="-122"/>
                <a:cs typeface="Alibaba PuHuiTi 2.0 55 Regular" panose="00020600040101010101" pitchFamily="18" charset="-122"/>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fld id="{4663B93F-C5C2-4CDE-B3E1-04DBF578BDFD}" type="slidenum">
              <a:rPr lang="en-GB" sz="800" b="0" smtClean="0">
                <a:solidFill>
                  <a:schemeClr val="tx1">
                    <a:lumMod val="50000"/>
                    <a:lumOff val="50000"/>
                  </a:schemeClr>
                </a:solidFill>
                <a:latin typeface="Lab Grotesque Thin" panose="00000200000000000000" pitchFamily="50" charset="0"/>
              </a:rPr>
              <a:pPr lvl="0"/>
              <a:t>‹#›</a:t>
            </a:fld>
            <a:endParaRPr lang="en-GB" sz="800" b="0" dirty="0">
              <a:solidFill>
                <a:schemeClr val="tx1">
                  <a:lumMod val="50000"/>
                  <a:lumOff val="50000"/>
                </a:schemeClr>
              </a:solidFill>
              <a:latin typeface="Lab Grotesque Thin" panose="00000200000000000000" pitchFamily="50" charset="0"/>
            </a:endParaRPr>
          </a:p>
        </p:txBody>
      </p:sp>
      <p:sp>
        <p:nvSpPr>
          <p:cNvPr id="14" name="Title 13">
            <a:extLst>
              <a:ext uri="{FF2B5EF4-FFF2-40B4-BE49-F238E27FC236}">
                <a16:creationId xmlns="" xmlns:a16="http://schemas.microsoft.com/office/drawing/2014/main" id="{A0E42419-A871-71E1-C0E9-ECCD9951D4A9}"/>
              </a:ext>
            </a:extLst>
          </p:cNvPr>
          <p:cNvSpPr>
            <a:spLocks noGrp="1"/>
          </p:cNvSpPr>
          <p:nvPr>
            <p:ph type="title"/>
          </p:nvPr>
        </p:nvSpPr>
        <p:spPr>
          <a:xfrm>
            <a:off x="6741058" y="1609586"/>
            <a:ext cx="4539916" cy="1187218"/>
          </a:xfrm>
          <a:prstGeom prst="rect">
            <a:avLst/>
          </a:prstGeom>
        </p:spPr>
        <p:txBody>
          <a:bodyPr lIns="0" tIns="0" rIns="0" bIns="0"/>
          <a:lstStyle>
            <a:lvl1pPr>
              <a:defRPr lang="en-GB" b="0" i="0" dirty="0">
                <a:solidFill>
                  <a:srgbClr val="323232"/>
                </a:solidFill>
                <a:latin typeface="Lab Grotesque Bold" panose="00000800000000000000" pitchFamily="50" charset="0"/>
                <a:ea typeface="Alibaba PuHuiTi 2.0 105 Heavy" panose="00020600040101010101" pitchFamily="18" charset="-122"/>
                <a:cs typeface="Alibaba PuHuiTi 2.0 105 Heavy" panose="00020600040101010101" pitchFamily="18" charset="-122"/>
              </a:defRPr>
            </a:lvl1pPr>
          </a:lstStyle>
          <a:p>
            <a:pPr lvl="0"/>
            <a:r>
              <a:rPr lang="en-US" dirty="0"/>
              <a:t>Click to edit Master title style</a:t>
            </a:r>
            <a:endParaRPr lang="en-GB" dirty="0"/>
          </a:p>
        </p:txBody>
      </p:sp>
      <p:sp>
        <p:nvSpPr>
          <p:cNvPr id="15" name="Text Placeholder 14">
            <a:extLst>
              <a:ext uri="{FF2B5EF4-FFF2-40B4-BE49-F238E27FC236}">
                <a16:creationId xmlns="" xmlns:a16="http://schemas.microsoft.com/office/drawing/2014/main" id="{8026333A-4E8D-F21F-8670-30DDBA50F689}"/>
              </a:ext>
            </a:extLst>
          </p:cNvPr>
          <p:cNvSpPr>
            <a:spLocks noGrp="1"/>
          </p:cNvSpPr>
          <p:nvPr>
            <p:ph type="body" sz="quarter" idx="19" hasCustomPrompt="1"/>
          </p:nvPr>
        </p:nvSpPr>
        <p:spPr>
          <a:xfrm>
            <a:off x="6741058" y="3140463"/>
            <a:ext cx="4539916" cy="1494910"/>
          </a:xfrm>
          <a:prstGeom prst="rect">
            <a:avLst/>
          </a:prstGeom>
        </p:spPr>
        <p:txBody>
          <a:bodyPr lIns="0" tIns="0" rIns="0" bIns="0"/>
          <a:lstStyle>
            <a:lvl1pPr marL="0" indent="0">
              <a:buNone/>
              <a:defRPr sz="1400" b="0">
                <a:solidFill>
                  <a:srgbClr val="323232"/>
                </a:solidFill>
                <a:latin typeface="Lab Grotesque Thin" panose="00000200000000000000" pitchFamily="50"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Ut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Duis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dolore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p>
        </p:txBody>
      </p:sp>
    </p:spTree>
    <p:extLst>
      <p:ext uri="{BB962C8B-B14F-4D97-AF65-F5344CB8AC3E}">
        <p14:creationId xmlns:p14="http://schemas.microsoft.com/office/powerpoint/2010/main" val="14391536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9_Title Only">
    <p:bg>
      <p:bgPr>
        <a:solidFill>
          <a:srgbClr val="FF4D63"/>
        </a:solidFill>
        <a:effectLst/>
      </p:bgPr>
    </p:bg>
    <p:spTree>
      <p:nvGrpSpPr>
        <p:cNvPr id="1" name=""/>
        <p:cNvGrpSpPr/>
        <p:nvPr/>
      </p:nvGrpSpPr>
      <p:grpSpPr>
        <a:xfrm>
          <a:off x="0" y="0"/>
          <a:ext cx="0" cy="0"/>
          <a:chOff x="0" y="0"/>
          <a:chExt cx="0" cy="0"/>
        </a:xfrm>
      </p:grpSpPr>
      <p:sp>
        <p:nvSpPr>
          <p:cNvPr id="2" name="object 3">
            <a:extLst>
              <a:ext uri="{FF2B5EF4-FFF2-40B4-BE49-F238E27FC236}">
                <a16:creationId xmlns="" xmlns:a16="http://schemas.microsoft.com/office/drawing/2014/main" id="{B89E17BA-9162-B983-0C01-CC7A40829780}"/>
              </a:ext>
            </a:extLst>
          </p:cNvPr>
          <p:cNvSpPr txBox="1">
            <a:spLocks noGrp="1" noRot="1" noMove="1" noResize="1" noEditPoints="1" noAdjustHandles="1" noChangeArrowheads="1" noChangeShapeType="1"/>
          </p:cNvSpPr>
          <p:nvPr userDrawn="1"/>
        </p:nvSpPr>
        <p:spPr>
          <a:xfrm>
            <a:off x="741781" y="4792616"/>
            <a:ext cx="5420894" cy="1578637"/>
          </a:xfrm>
          <a:prstGeom prst="rect">
            <a:avLst/>
          </a:prstGeom>
        </p:spPr>
        <p:txBody>
          <a:bodyPr vert="horz" wrap="square" lIns="0" tIns="39370" rIns="0" bIns="0" rtlCol="0">
            <a:spAutoFit/>
          </a:bodyPr>
          <a:lstStyle/>
          <a:p>
            <a:pPr marL="12700">
              <a:lnSpc>
                <a:spcPct val="100000"/>
              </a:lnSpc>
              <a:spcBef>
                <a:spcPts val="310"/>
              </a:spcBef>
            </a:pPr>
            <a:r>
              <a:rPr lang="en-US" sz="1000" dirty="0">
                <a:solidFill>
                  <a:srgbClr val="FFFFFF"/>
                </a:solidFill>
                <a:latin typeface="Lab Grotesque Thin" panose="00000200000000000000" pitchFamily="50" charset="0"/>
                <a:cs typeface="Alibaba PuHuiTi 2.0 55 Regular" panose="00020600040101010101" pitchFamily="18" charset="-122"/>
              </a:rPr>
              <a:t>Quantic School of Business and Technology is licensed by the District of Columbia Higher Education Licensure Commission in Washington, DC and accredited by the Distance Education Accrediting Commission (DEAC). The DEAC is listed by the United States Department of Education as a recognized accrediting agency and is also recognized by the Council for Higher Education Accreditation (CHEA).</a:t>
            </a:r>
          </a:p>
          <a:p>
            <a:pPr marL="12700">
              <a:lnSpc>
                <a:spcPct val="100000"/>
              </a:lnSpc>
              <a:spcBef>
                <a:spcPts val="310"/>
              </a:spcBef>
            </a:pPr>
            <a:endParaRPr lang="en-US" sz="1000" dirty="0">
              <a:solidFill>
                <a:srgbClr val="FFFFFF"/>
              </a:solidFill>
              <a:latin typeface="Lab Grotesque Thin" panose="00000200000000000000" pitchFamily="50" charset="0"/>
              <a:cs typeface="Alibaba PuHuiTi 2.0 55 Regular" panose="00020600040101010101" pitchFamily="18" charset="-122"/>
            </a:endParaRPr>
          </a:p>
          <a:p>
            <a:pPr marL="12700">
              <a:lnSpc>
                <a:spcPct val="100000"/>
              </a:lnSpc>
              <a:spcBef>
                <a:spcPts val="310"/>
              </a:spcBef>
            </a:pPr>
            <a:r>
              <a:rPr lang="en-US" sz="1000" b="1" dirty="0">
                <a:solidFill>
                  <a:srgbClr val="FFFFFF"/>
                </a:solidFill>
                <a:latin typeface="Lab Grotesque Thin" panose="00000200000000000000" pitchFamily="50" charset="0"/>
                <a:cs typeface="Alibaba PuHuiTi 2.0 55 Regular" panose="00020600040101010101" pitchFamily="18" charset="-122"/>
              </a:rPr>
              <a:t>Quantic Holdings, Inc. dba Quantic School of Business and Technology</a:t>
            </a:r>
          </a:p>
          <a:p>
            <a:pPr marL="12700">
              <a:lnSpc>
                <a:spcPct val="100000"/>
              </a:lnSpc>
              <a:spcBef>
                <a:spcPts val="310"/>
              </a:spcBef>
            </a:pPr>
            <a:r>
              <a:rPr lang="en-US" sz="1000" dirty="0">
                <a:solidFill>
                  <a:srgbClr val="FFFFFF"/>
                </a:solidFill>
                <a:latin typeface="Lab Grotesque Thin" panose="00000200000000000000" pitchFamily="50" charset="0"/>
                <a:cs typeface="Alibaba PuHuiTi 2.0 55 Regular" panose="00020600040101010101" pitchFamily="18" charset="-122"/>
              </a:rPr>
              <a:t>Mailing Address: 712 H Street NE Suite 1802 Washington, DC 20002</a:t>
            </a:r>
          </a:p>
          <a:p>
            <a:pPr marL="12700">
              <a:lnSpc>
                <a:spcPct val="100000"/>
              </a:lnSpc>
              <a:spcBef>
                <a:spcPts val="310"/>
              </a:spcBef>
            </a:pPr>
            <a:r>
              <a:rPr lang="en-US" sz="1000" dirty="0">
                <a:solidFill>
                  <a:srgbClr val="FFFFFF"/>
                </a:solidFill>
                <a:latin typeface="Lab Grotesque Thin" panose="00000200000000000000" pitchFamily="50" charset="0"/>
                <a:cs typeface="Alibaba PuHuiTi 2.0 55 Regular" panose="00020600040101010101" pitchFamily="18" charset="-122"/>
              </a:rPr>
              <a:t>Office Address: 80 M Street SE Suite 2-196 Washington, DC 20003</a:t>
            </a:r>
            <a:endParaRPr lang="zh-CN" altLang="en-US" sz="1000" dirty="0">
              <a:latin typeface="Lab Grotesque Thin" panose="00000200000000000000" pitchFamily="50" charset="0"/>
              <a:cs typeface="Alibaba PuHuiTi 2.0 55 Regular" panose="00020600040101010101" pitchFamily="18" charset="-122"/>
            </a:endParaRPr>
          </a:p>
        </p:txBody>
      </p:sp>
      <p:pic>
        <p:nvPicPr>
          <p:cNvPr id="7" name="Picture 6" descr="A white logo on a black background&#10;&#10;Description automatically generated with low confidence">
            <a:extLst>
              <a:ext uri="{FF2B5EF4-FFF2-40B4-BE49-F238E27FC236}">
                <a16:creationId xmlns="" xmlns:a16="http://schemas.microsoft.com/office/drawing/2014/main" id="{82A929FD-D26F-83BA-579A-54941A22770B}"/>
              </a:ext>
            </a:extLst>
          </p:cNvPr>
          <p:cNvPicPr>
            <a:picLocks noGrp="1" noRot="1" noChangeAspect="1" noMove="1" noResize="1" noEditPoints="1" noAdjustHandles="1" noChangeArrowheads="1" noChangeShapeType="1" noCrop="1"/>
          </p:cNvPicPr>
          <p:nvPr userDrawn="1"/>
        </p:nvPicPr>
        <p:blipFill rotWithShape="1">
          <a:blip r:embed="rId2" cstate="print">
            <a:extLst>
              <a:ext uri="{28A0092B-C50C-407E-A947-70E740481C1C}">
                <a14:useLocalDpi xmlns:a14="http://schemas.microsoft.com/office/drawing/2010/main" val="0"/>
              </a:ext>
            </a:extLst>
          </a:blip>
          <a:srcRect l="10133" t="20553" r="9375" b="23470"/>
          <a:stretch/>
        </p:blipFill>
        <p:spPr>
          <a:xfrm>
            <a:off x="741781" y="3985067"/>
            <a:ext cx="1847254" cy="591386"/>
          </a:xfrm>
          <a:prstGeom prst="rect">
            <a:avLst/>
          </a:prstGeom>
        </p:spPr>
      </p:pic>
      <p:sp>
        <p:nvSpPr>
          <p:cNvPr id="10" name="TextBox 9">
            <a:extLst>
              <a:ext uri="{FF2B5EF4-FFF2-40B4-BE49-F238E27FC236}">
                <a16:creationId xmlns="" xmlns:a16="http://schemas.microsoft.com/office/drawing/2014/main" id="{7ADA6CE3-AE47-BAC4-0A35-93CADF0CCCEC}"/>
              </a:ext>
            </a:extLst>
          </p:cNvPr>
          <p:cNvSpPr txBox="1">
            <a:spLocks noGrp="1" noRot="1" noMove="1" noResize="1" noEditPoints="1" noAdjustHandles="1" noChangeArrowheads="1" noChangeShapeType="1"/>
          </p:cNvSpPr>
          <p:nvPr userDrawn="1"/>
        </p:nvSpPr>
        <p:spPr>
          <a:xfrm>
            <a:off x="10377995" y="6217364"/>
            <a:ext cx="1290669" cy="153888"/>
          </a:xfrm>
          <a:prstGeom prst="rect">
            <a:avLst/>
          </a:prstGeom>
          <a:noFill/>
        </p:spPr>
        <p:txBody>
          <a:bodyPr wrap="square" lIns="0" tIns="0" rIns="0" bIns="0">
            <a:spAutoFit/>
          </a:bodyPr>
          <a:lstStyle/>
          <a:p>
            <a:pPr algn="r"/>
            <a:r>
              <a:rPr lang="en-US" sz="1000" b="0" i="0" u="none" strike="noStrike" baseline="0" dirty="0">
                <a:solidFill>
                  <a:schemeClr val="bg1"/>
                </a:solidFill>
                <a:latin typeface="Lab Grotesque Thin" panose="00000200000000000000" pitchFamily="50" charset="0"/>
                <a:cs typeface="Aharoni" panose="02010803020104030203" pitchFamily="2" charset="-79"/>
              </a:rPr>
              <a:t>quantic.edu</a:t>
            </a:r>
            <a:endParaRPr lang="en-GB" sz="1000" b="0" dirty="0">
              <a:solidFill>
                <a:schemeClr val="bg1"/>
              </a:solidFill>
              <a:latin typeface="Lab Grotesque Thin" panose="00000200000000000000" pitchFamily="50" charset="0"/>
              <a:cs typeface="Aharoni" panose="02010803020104030203" pitchFamily="2" charset="-79"/>
            </a:endParaRPr>
          </a:p>
        </p:txBody>
      </p:sp>
    </p:spTree>
    <p:extLst>
      <p:ext uri="{BB962C8B-B14F-4D97-AF65-F5344CB8AC3E}">
        <p14:creationId xmlns:p14="http://schemas.microsoft.com/office/powerpoint/2010/main" val="34540854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46_Title Only">
    <p:bg>
      <p:bgPr>
        <a:solidFill>
          <a:srgbClr val="FF4D6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AB46402-E32F-770C-B6B2-3A039DF07DBA}"/>
              </a:ext>
            </a:extLst>
          </p:cNvPr>
          <p:cNvSpPr>
            <a:spLocks noGrp="1"/>
          </p:cNvSpPr>
          <p:nvPr>
            <p:ph type="title"/>
          </p:nvPr>
        </p:nvSpPr>
        <p:spPr>
          <a:xfrm>
            <a:off x="923746" y="1562909"/>
            <a:ext cx="5827862" cy="1849470"/>
          </a:xfrm>
          <a:prstGeom prst="rect">
            <a:avLst/>
          </a:prstGeom>
        </p:spPr>
        <p:txBody>
          <a:bodyPr lIns="0" tIns="0" rIns="0" bIns="0"/>
          <a:lstStyle>
            <a:lvl1pPr algn="l">
              <a:defRPr lang="en-US" sz="4400" b="0" kern="1200">
                <a:solidFill>
                  <a:schemeClr val="bg1"/>
                </a:solidFill>
                <a:latin typeface="Lab Grotesque Bold" panose="00000800000000000000" pitchFamily="50" charset="0"/>
                <a:ea typeface="Alibaba PuHuiTi 2.0 105 Heavy" panose="00020600040101010101" pitchFamily="18" charset="-122"/>
                <a:cs typeface="Alibaba PuHuiTi 2.0 105 Heavy" panose="00020600040101010101" pitchFamily="18" charset="-122"/>
              </a:defRPr>
            </a:lvl1pPr>
          </a:lstStyle>
          <a:p>
            <a:r>
              <a:rPr lang="en-US" dirty="0"/>
              <a:t>Click to edit Master title style</a:t>
            </a:r>
            <a:endParaRPr lang="en-GB" dirty="0"/>
          </a:p>
        </p:txBody>
      </p:sp>
    </p:spTree>
    <p:extLst>
      <p:ext uri="{BB962C8B-B14F-4D97-AF65-F5344CB8AC3E}">
        <p14:creationId xmlns:p14="http://schemas.microsoft.com/office/powerpoint/2010/main" val="30412418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51" r:id="rId1"/>
    <p:sldLayoutId id="2147483721" r:id="rId2"/>
    <p:sldLayoutId id="2147483722" r:id="rId3"/>
    <p:sldLayoutId id="2147483746" r:id="rId4"/>
    <p:sldLayoutId id="2147483664" r:id="rId5"/>
    <p:sldLayoutId id="2147483667" r:id="rId6"/>
    <p:sldLayoutId id="2147483680" r:id="rId7"/>
    <p:sldLayoutId id="2147483689" r:id="rId8"/>
    <p:sldLayoutId id="2147483709" r:id="rId9"/>
    <p:sldLayoutId id="2147483719" r:id="rId10"/>
    <p:sldLayoutId id="2147483738" r:id="rId11"/>
    <p:sldLayoutId id="2147483743" r:id="rId12"/>
    <p:sldLayoutId id="2147483749" r:id="rId13"/>
    <p:sldLayoutId id="2147483750"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50C7E5B-ECB1-22D4-C36E-7255900BCA1D}"/>
              </a:ext>
            </a:extLst>
          </p:cNvPr>
          <p:cNvSpPr>
            <a:spLocks noGrp="1"/>
          </p:cNvSpPr>
          <p:nvPr>
            <p:ph type="title"/>
          </p:nvPr>
        </p:nvSpPr>
        <p:spPr/>
        <p:txBody>
          <a:bodyPr/>
          <a:lstStyle/>
          <a:p>
            <a:r>
              <a:rPr lang="en-GB" dirty="0" smtClean="0"/>
              <a:t>Café Fausse</a:t>
            </a:r>
            <a:endParaRPr lang="en-GB" dirty="0"/>
          </a:p>
        </p:txBody>
      </p:sp>
      <p:sp>
        <p:nvSpPr>
          <p:cNvPr id="3" name="Text Placeholder 2">
            <a:extLst>
              <a:ext uri="{FF2B5EF4-FFF2-40B4-BE49-F238E27FC236}">
                <a16:creationId xmlns="" xmlns:a16="http://schemas.microsoft.com/office/drawing/2014/main" id="{2D9E9291-D7A3-76BE-23C0-B525BE1A062D}"/>
              </a:ext>
            </a:extLst>
          </p:cNvPr>
          <p:cNvSpPr>
            <a:spLocks noGrp="1"/>
          </p:cNvSpPr>
          <p:nvPr>
            <p:ph type="body" sz="quarter" idx="18"/>
          </p:nvPr>
        </p:nvSpPr>
        <p:spPr/>
        <p:txBody>
          <a:bodyPr/>
          <a:lstStyle/>
          <a:p>
            <a:r>
              <a:rPr lang="en-GB" dirty="0" smtClean="0"/>
              <a:t>Web Application &amp; Interface Design Project Presentation</a:t>
            </a:r>
          </a:p>
          <a:p>
            <a:r>
              <a:rPr lang="en-GB" dirty="0" smtClean="0"/>
              <a:t>By: Vishant Prasad</a:t>
            </a:r>
            <a:endParaRPr lang="en-GB" dirty="0"/>
          </a:p>
        </p:txBody>
      </p:sp>
    </p:spTree>
    <p:extLst>
      <p:ext uri="{BB962C8B-B14F-4D97-AF65-F5344CB8AC3E}">
        <p14:creationId xmlns:p14="http://schemas.microsoft.com/office/powerpoint/2010/main" val="38012985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 xmlns:a16="http://schemas.microsoft.com/office/drawing/2014/main" id="{81CB716F-E2A6-AAA8-AE23-D81D8B477373}"/>
              </a:ext>
            </a:extLst>
          </p:cNvPr>
          <p:cNvSpPr>
            <a:spLocks noGrp="1"/>
          </p:cNvSpPr>
          <p:nvPr>
            <p:ph type="title"/>
          </p:nvPr>
        </p:nvSpPr>
        <p:spPr/>
        <p:txBody>
          <a:bodyPr/>
          <a:lstStyle/>
          <a:p>
            <a:r>
              <a:rPr lang="en-GB" dirty="0" smtClean="0"/>
              <a:t>Introduction</a:t>
            </a:r>
            <a:endParaRPr lang="en-GB" dirty="0"/>
          </a:p>
        </p:txBody>
      </p:sp>
      <p:sp>
        <p:nvSpPr>
          <p:cNvPr id="5" name="Text Placeholder 4">
            <a:extLst>
              <a:ext uri="{FF2B5EF4-FFF2-40B4-BE49-F238E27FC236}">
                <a16:creationId xmlns="" xmlns:a16="http://schemas.microsoft.com/office/drawing/2014/main" id="{49481E95-5DDB-6FCF-EFB5-5F71AF3F9343}"/>
              </a:ext>
            </a:extLst>
          </p:cNvPr>
          <p:cNvSpPr>
            <a:spLocks noGrp="1"/>
          </p:cNvSpPr>
          <p:nvPr>
            <p:ph type="body" sz="quarter" idx="18"/>
          </p:nvPr>
        </p:nvSpPr>
        <p:spPr/>
        <p:txBody>
          <a:bodyPr/>
          <a:lstStyle/>
          <a:p>
            <a:r>
              <a:rPr lang="en-GB" dirty="0" smtClean="0"/>
              <a:t>My name is Vishant Prasad and I am presenting my implementation and development of the Café Fausse web application web site project.</a:t>
            </a:r>
          </a:p>
          <a:p>
            <a:endParaRPr lang="en-GB" dirty="0"/>
          </a:p>
          <a:p>
            <a:r>
              <a:rPr lang="en-GB" dirty="0" smtClean="0"/>
              <a:t>Built with React, Flask and PostgreSQL.</a:t>
            </a:r>
          </a:p>
        </p:txBody>
      </p:sp>
    </p:spTree>
    <p:extLst>
      <p:ext uri="{BB962C8B-B14F-4D97-AF65-F5344CB8AC3E}">
        <p14:creationId xmlns:p14="http://schemas.microsoft.com/office/powerpoint/2010/main" val="3276908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 xmlns:a16="http://schemas.microsoft.com/office/drawing/2014/main" id="{81CB716F-E2A6-AAA8-AE23-D81D8B477373}"/>
              </a:ext>
            </a:extLst>
          </p:cNvPr>
          <p:cNvSpPr>
            <a:spLocks noGrp="1"/>
          </p:cNvSpPr>
          <p:nvPr>
            <p:ph type="title"/>
          </p:nvPr>
        </p:nvSpPr>
        <p:spPr/>
        <p:txBody>
          <a:bodyPr/>
          <a:lstStyle/>
          <a:p>
            <a:r>
              <a:rPr lang="en-GB" dirty="0" smtClean="0"/>
              <a:t>Technical Implementation</a:t>
            </a:r>
            <a:endParaRPr lang="en-GB" dirty="0"/>
          </a:p>
        </p:txBody>
      </p:sp>
      <p:sp>
        <p:nvSpPr>
          <p:cNvPr id="5" name="Text Placeholder 4">
            <a:extLst>
              <a:ext uri="{FF2B5EF4-FFF2-40B4-BE49-F238E27FC236}">
                <a16:creationId xmlns="" xmlns:a16="http://schemas.microsoft.com/office/drawing/2014/main" id="{49481E95-5DDB-6FCF-EFB5-5F71AF3F9343}"/>
              </a:ext>
            </a:extLst>
          </p:cNvPr>
          <p:cNvSpPr>
            <a:spLocks noGrp="1"/>
          </p:cNvSpPr>
          <p:nvPr>
            <p:ph type="body" sz="quarter" idx="18"/>
          </p:nvPr>
        </p:nvSpPr>
        <p:spPr/>
        <p:txBody>
          <a:bodyPr/>
          <a:lstStyle/>
          <a:p>
            <a:r>
              <a:rPr lang="en-GB" dirty="0" smtClean="0"/>
              <a:t>Built with React for the Front End promoting code reusability. </a:t>
            </a:r>
            <a:endParaRPr lang="en-GB" dirty="0"/>
          </a:p>
          <a:p>
            <a:r>
              <a:rPr lang="en-GB" dirty="0" smtClean="0"/>
              <a:t>The backend is developed with Flask with Python (lightweight and flexible RESTful API. </a:t>
            </a:r>
          </a:p>
          <a:p>
            <a:r>
              <a:rPr lang="en-GB" dirty="0" smtClean="0"/>
              <a:t>The database schema is PostgreSQL and includes TWO tables: customers and reservations. </a:t>
            </a:r>
          </a:p>
          <a:p>
            <a:r>
              <a:rPr lang="en-GB" dirty="0" smtClean="0"/>
              <a:t>Business logic rule is implemented with the 30-table system.</a:t>
            </a:r>
          </a:p>
          <a:p>
            <a:r>
              <a:rPr lang="en-GB" dirty="0" smtClean="0"/>
              <a:t>Form validation is implemented with use of regex patterns for immediate feedback and server-side validation in Flask.</a:t>
            </a:r>
          </a:p>
          <a:p>
            <a:r>
              <a:rPr lang="en-GB" dirty="0" smtClean="0"/>
              <a:t>Responsive design addressed using CSS Grid and Flexbox.</a:t>
            </a:r>
          </a:p>
          <a:p>
            <a:endParaRPr lang="en-GB" dirty="0" smtClean="0"/>
          </a:p>
        </p:txBody>
      </p:sp>
    </p:spTree>
    <p:extLst>
      <p:ext uri="{BB962C8B-B14F-4D97-AF65-F5344CB8AC3E}">
        <p14:creationId xmlns:p14="http://schemas.microsoft.com/office/powerpoint/2010/main" val="1931729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Placeholder 3"/>
          <p:cNvPicPr>
            <a:picLocks noGrp="1" noChangeAspect="1"/>
          </p:cNvPicPr>
          <p:nvPr>
            <p:ph type="pic" sz="half" idx="14"/>
          </p:nvPr>
        </p:nvPicPr>
        <p:blipFill>
          <a:blip r:embed="rId3" cstate="print">
            <a:extLst>
              <a:ext uri="{28A0092B-C50C-407E-A947-70E740481C1C}">
                <a14:useLocalDpi xmlns:a14="http://schemas.microsoft.com/office/drawing/2010/main" val="0"/>
              </a:ext>
            </a:extLst>
          </a:blip>
          <a:stretch>
            <a:fillRect/>
          </a:stretch>
        </p:blipFill>
        <p:spPr>
          <a:xfrm>
            <a:off x="0" y="0"/>
            <a:ext cx="2893218" cy="6858000"/>
          </a:xfrm>
          <a:prstGeom prst="rect">
            <a:avLst/>
          </a:prstGeom>
          <a:noFill/>
          <a:ln>
            <a:noFill/>
          </a:ln>
        </p:spPr>
      </p:pic>
      <p:sp>
        <p:nvSpPr>
          <p:cNvPr id="6" name="Title 5">
            <a:extLst>
              <a:ext uri="{FF2B5EF4-FFF2-40B4-BE49-F238E27FC236}">
                <a16:creationId xmlns="" xmlns:a16="http://schemas.microsoft.com/office/drawing/2014/main" id="{EB164F72-E0EE-4535-93F6-C7D149161615}"/>
              </a:ext>
            </a:extLst>
          </p:cNvPr>
          <p:cNvSpPr>
            <a:spLocks noGrp="1"/>
          </p:cNvSpPr>
          <p:nvPr>
            <p:ph type="title"/>
          </p:nvPr>
        </p:nvSpPr>
        <p:spPr>
          <a:xfrm>
            <a:off x="3347335" y="1830515"/>
            <a:ext cx="4539916" cy="1187218"/>
          </a:xfrm>
        </p:spPr>
        <p:txBody>
          <a:bodyPr anchor="ctr"/>
          <a:lstStyle/>
          <a:p>
            <a:r>
              <a:rPr lang="en-GB" dirty="0"/>
              <a:t>Architecture Diagram</a:t>
            </a:r>
          </a:p>
        </p:txBody>
      </p:sp>
      <p:sp>
        <p:nvSpPr>
          <p:cNvPr id="8" name="Text Placeholder 7">
            <a:extLst>
              <a:ext uri="{FF2B5EF4-FFF2-40B4-BE49-F238E27FC236}">
                <a16:creationId xmlns="" xmlns:a16="http://schemas.microsoft.com/office/drawing/2014/main" id="{7CA1C163-284F-A4E4-E81A-6FE2444B8A36}"/>
              </a:ext>
            </a:extLst>
          </p:cNvPr>
          <p:cNvSpPr>
            <a:spLocks noGrp="1"/>
          </p:cNvSpPr>
          <p:nvPr>
            <p:ph type="body" sz="quarter" idx="19"/>
          </p:nvPr>
        </p:nvSpPr>
        <p:spPr>
          <a:xfrm>
            <a:off x="3347335" y="3140463"/>
            <a:ext cx="4539916" cy="1494910"/>
          </a:xfrm>
        </p:spPr>
        <p:txBody>
          <a:bodyPr anchor="ctr"/>
          <a:lstStyle/>
          <a:p>
            <a:r>
              <a:rPr lang="en-GB" dirty="0"/>
              <a:t>Key implementation of the program and system </a:t>
            </a:r>
            <a:r>
              <a:rPr lang="en-GB" dirty="0" smtClean="0"/>
              <a:t>runtime depicted in a </a:t>
            </a:r>
            <a:r>
              <a:rPr lang="en-GB" b="1" dirty="0" smtClean="0"/>
              <a:t>high-level system architecture </a:t>
            </a:r>
            <a:r>
              <a:rPr lang="en-GB" dirty="0" smtClean="0"/>
              <a:t>diagram.</a:t>
            </a:r>
            <a:endParaRPr lang="en-GB" dirty="0"/>
          </a:p>
        </p:txBody>
      </p:sp>
      <p:pic>
        <p:nvPicPr>
          <p:cNvPr id="2" name="Picture 1" descr="Shape, arrow&#10;&#10;Description automatically generated">
            <a:extLst>
              <a:ext uri="{FF2B5EF4-FFF2-40B4-BE49-F238E27FC236}">
                <a16:creationId xmlns="" xmlns:a16="http://schemas.microsoft.com/office/drawing/2014/main" id="{91E7F51A-CC19-2D17-CB41-6B331856BDDE}"/>
              </a:ext>
            </a:extLst>
          </p:cNvPr>
          <p:cNvPicPr>
            <a:picLocks noGrp="1" noRot="1" noMove="1" noResize="1" noEditPoints="1" noAdjustHandles="1" noChangeArrowheads="1" noChangeShapeType="1" noCrop="1"/>
          </p:cNvPicPr>
          <p:nvPr/>
        </p:nvPicPr>
        <p:blipFill>
          <a:blip r:embed="rId4" cstate="print">
            <a:extLst>
              <a:ext uri="{28A0092B-C50C-407E-A947-70E740481C1C}">
                <a14:useLocalDpi xmlns:a14="http://schemas.microsoft.com/office/drawing/2010/main" val="0"/>
              </a:ext>
            </a:extLst>
          </a:blip>
          <a:stretch>
            <a:fillRect/>
          </a:stretch>
        </p:blipFill>
        <p:spPr>
          <a:xfrm>
            <a:off x="230372" y="196750"/>
            <a:ext cx="393802" cy="457200"/>
          </a:xfrm>
          <a:prstGeom prst="rect">
            <a:avLst/>
          </a:prstGeom>
        </p:spPr>
      </p:pic>
    </p:spTree>
    <p:extLst>
      <p:ext uri="{BB962C8B-B14F-4D97-AF65-F5344CB8AC3E}">
        <p14:creationId xmlns:p14="http://schemas.microsoft.com/office/powerpoint/2010/main" val="1345383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Picture Placeholder 5">
            <a:extLst>
              <a:ext uri="{FF2B5EF4-FFF2-40B4-BE49-F238E27FC236}">
                <a16:creationId xmlns="" xmlns:a16="http://schemas.microsoft.com/office/drawing/2014/main" id="{94EEA925-11C7-5B94-E139-3CB4C6851692}"/>
              </a:ext>
            </a:extLst>
          </p:cNvPr>
          <p:cNvSpPr>
            <a:spLocks noGrp="1"/>
          </p:cNvSpPr>
          <p:nvPr>
            <p:ph type="pic" sz="half" idx="14"/>
          </p:nvPr>
        </p:nvSpPr>
        <p:spPr/>
        <p:txBody>
          <a:bodyPr/>
          <a:lstStyle/>
          <a:p>
            <a:endParaRPr lang="en-HK" dirty="0"/>
          </a:p>
        </p:txBody>
      </p:sp>
      <p:sp>
        <p:nvSpPr>
          <p:cNvPr id="3" name="Title 2">
            <a:extLst>
              <a:ext uri="{FF2B5EF4-FFF2-40B4-BE49-F238E27FC236}">
                <a16:creationId xmlns="" xmlns:a16="http://schemas.microsoft.com/office/drawing/2014/main" id="{4D594335-CF6F-E43F-E9B6-FD17F69A322B}"/>
              </a:ext>
            </a:extLst>
          </p:cNvPr>
          <p:cNvSpPr>
            <a:spLocks noGrp="1"/>
          </p:cNvSpPr>
          <p:nvPr>
            <p:ph type="title"/>
          </p:nvPr>
        </p:nvSpPr>
        <p:spPr/>
        <p:txBody>
          <a:bodyPr anchor="ctr" anchorCtr="0"/>
          <a:lstStyle/>
          <a:p>
            <a:pPr algn="ctr"/>
            <a:r>
              <a:rPr lang="en-US" sz="6600" dirty="0" smtClean="0"/>
              <a:t>Responsive Design Demo</a:t>
            </a:r>
            <a:endParaRPr lang="en-GB" dirty="0"/>
          </a:p>
        </p:txBody>
      </p:sp>
      <p:sp>
        <p:nvSpPr>
          <p:cNvPr id="8" name="Text Placeholder 7">
            <a:extLst>
              <a:ext uri="{FF2B5EF4-FFF2-40B4-BE49-F238E27FC236}">
                <a16:creationId xmlns="" xmlns:a16="http://schemas.microsoft.com/office/drawing/2014/main" id="{F9236AA3-EFBE-EF00-67BF-3BB136921666}"/>
              </a:ext>
            </a:extLst>
          </p:cNvPr>
          <p:cNvSpPr>
            <a:spLocks noGrp="1"/>
          </p:cNvSpPr>
          <p:nvPr>
            <p:ph type="body" sz="quarter" idx="19"/>
          </p:nvPr>
        </p:nvSpPr>
        <p:spPr/>
        <p:txBody>
          <a:bodyPr/>
          <a:lstStyle/>
          <a:p>
            <a:endParaRPr lang="en-GB" dirty="0" smtClean="0"/>
          </a:p>
          <a:p>
            <a:r>
              <a:rPr lang="en-GB" dirty="0" smtClean="0"/>
              <a:t>Demonstration on Google Chrome DevTools</a:t>
            </a:r>
            <a:endParaRPr lang="en-GB" dirty="0"/>
          </a:p>
        </p:txBody>
      </p:sp>
      <p:pic>
        <p:nvPicPr>
          <p:cNvPr id="2" name="Picture 1" descr="Shape, arrow&#10;&#10;Description automatically generated">
            <a:extLst>
              <a:ext uri="{FF2B5EF4-FFF2-40B4-BE49-F238E27FC236}">
                <a16:creationId xmlns="" xmlns:a16="http://schemas.microsoft.com/office/drawing/2014/main" id="{C53A3F52-49A0-256E-4C0F-E5DFB181FC52}"/>
              </a:ext>
            </a:extLst>
          </p:cNvPr>
          <p:cNvPicPr>
            <a:picLocks noGrp="1" noRot="1" noMove="1" noResize="1" noEditPoints="1" noAdjustHandles="1" noChangeArrowheads="1" noChangeShapeType="1" noCrop="1"/>
          </p:cNvPicPr>
          <p:nvPr/>
        </p:nvPicPr>
        <p:blipFill>
          <a:blip r:embed="rId2" cstate="print">
            <a:extLst>
              <a:ext uri="{28A0092B-C50C-407E-A947-70E740481C1C}">
                <a14:useLocalDpi xmlns:a14="http://schemas.microsoft.com/office/drawing/2010/main" val="0"/>
              </a:ext>
            </a:extLst>
          </a:blip>
          <a:stretch>
            <a:fillRect/>
          </a:stretch>
        </p:blipFill>
        <p:spPr>
          <a:xfrm>
            <a:off x="230372" y="196750"/>
            <a:ext cx="393802" cy="457200"/>
          </a:xfrm>
          <a:prstGeom prst="rect">
            <a:avLst/>
          </a:prstGeom>
        </p:spPr>
      </p:pic>
    </p:spTree>
    <p:extLst>
      <p:ext uri="{BB962C8B-B14F-4D97-AF65-F5344CB8AC3E}">
        <p14:creationId xmlns:p14="http://schemas.microsoft.com/office/powerpoint/2010/main" val="35083124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Picture Placeholder 7">
            <a:extLst>
              <a:ext uri="{FF2B5EF4-FFF2-40B4-BE49-F238E27FC236}">
                <a16:creationId xmlns="" xmlns:a16="http://schemas.microsoft.com/office/drawing/2014/main" id="{6832288E-0DD3-D517-C786-5CA4731E7EEE}"/>
              </a:ext>
            </a:extLst>
          </p:cNvPr>
          <p:cNvSpPr>
            <a:spLocks noGrp="1"/>
          </p:cNvSpPr>
          <p:nvPr>
            <p:ph type="pic" sz="half" idx="14"/>
          </p:nvPr>
        </p:nvSpPr>
        <p:spPr>
          <a:xfrm>
            <a:off x="0" y="-35511"/>
            <a:ext cx="12192000" cy="2087049"/>
          </a:xfrm>
        </p:spPr>
        <p:txBody>
          <a:bodyPr/>
          <a:lstStyle/>
          <a:p>
            <a:endParaRPr lang="en-HK"/>
          </a:p>
        </p:txBody>
      </p:sp>
      <p:sp>
        <p:nvSpPr>
          <p:cNvPr id="6" name="Title 5">
            <a:extLst>
              <a:ext uri="{FF2B5EF4-FFF2-40B4-BE49-F238E27FC236}">
                <a16:creationId xmlns="" xmlns:a16="http://schemas.microsoft.com/office/drawing/2014/main" id="{DF9F0504-0B0D-8621-8590-BE736F2A4029}"/>
              </a:ext>
            </a:extLst>
          </p:cNvPr>
          <p:cNvSpPr>
            <a:spLocks noGrp="1"/>
          </p:cNvSpPr>
          <p:nvPr>
            <p:ph type="title"/>
          </p:nvPr>
        </p:nvSpPr>
        <p:spPr>
          <a:xfrm>
            <a:off x="925243" y="2492614"/>
            <a:ext cx="8982149" cy="653779"/>
          </a:xfrm>
        </p:spPr>
        <p:txBody>
          <a:bodyPr/>
          <a:lstStyle/>
          <a:p>
            <a:r>
              <a:rPr lang="en-GB" dirty="0" smtClean="0"/>
              <a:t>Summary</a:t>
            </a:r>
            <a:endParaRPr lang="en-GB" dirty="0"/>
          </a:p>
        </p:txBody>
      </p:sp>
      <p:sp>
        <p:nvSpPr>
          <p:cNvPr id="9" name="Text Placeholder 8">
            <a:extLst>
              <a:ext uri="{FF2B5EF4-FFF2-40B4-BE49-F238E27FC236}">
                <a16:creationId xmlns="" xmlns:a16="http://schemas.microsoft.com/office/drawing/2014/main" id="{A4A36813-F110-5C3A-7B15-5344DE6AE1D9}"/>
              </a:ext>
            </a:extLst>
          </p:cNvPr>
          <p:cNvSpPr>
            <a:spLocks noGrp="1"/>
          </p:cNvSpPr>
          <p:nvPr>
            <p:ph type="body" sz="quarter" idx="19"/>
          </p:nvPr>
        </p:nvSpPr>
        <p:spPr>
          <a:xfrm>
            <a:off x="925243" y="3331532"/>
            <a:ext cx="5433191" cy="1494910"/>
          </a:xfrm>
        </p:spPr>
        <p:txBody>
          <a:bodyPr/>
          <a:lstStyle/>
          <a:p>
            <a:pPr marL="342900" indent="-342900">
              <a:buFont typeface="+mj-lt"/>
              <a:buAutoNum type="arabicPeriod"/>
            </a:pPr>
            <a:r>
              <a:rPr lang="en-US" dirty="0" smtClean="0"/>
              <a:t>Five </a:t>
            </a:r>
            <a:r>
              <a:rPr lang="en-US" dirty="0"/>
              <a:t>fully functional pages with seamless </a:t>
            </a:r>
            <a:r>
              <a:rPr lang="en-US" dirty="0" smtClean="0"/>
              <a:t>navigation.</a:t>
            </a:r>
            <a:endParaRPr lang="en-US" dirty="0"/>
          </a:p>
          <a:p>
            <a:pPr marL="342900" indent="-342900">
              <a:buFont typeface="+mj-lt"/>
              <a:buAutoNum type="arabicPeriod"/>
            </a:pPr>
            <a:r>
              <a:rPr lang="en-US" dirty="0" smtClean="0"/>
              <a:t>A </a:t>
            </a:r>
            <a:r>
              <a:rPr lang="en-US" dirty="0"/>
              <a:t>complete menu display with categorized items and </a:t>
            </a:r>
            <a:r>
              <a:rPr lang="en-US" dirty="0" smtClean="0"/>
              <a:t>pricing.</a:t>
            </a:r>
          </a:p>
          <a:p>
            <a:pPr marL="342900" indent="-342900">
              <a:buFont typeface="+mj-lt"/>
              <a:buAutoNum type="arabicPeriod"/>
            </a:pPr>
            <a:r>
              <a:rPr lang="en-US" dirty="0" smtClean="0"/>
              <a:t>A </a:t>
            </a:r>
            <a:r>
              <a:rPr lang="en-US" dirty="0"/>
              <a:t>working reservation system with table availability </a:t>
            </a:r>
            <a:r>
              <a:rPr lang="en-US" dirty="0" smtClean="0"/>
              <a:t>checking.</a:t>
            </a:r>
            <a:endParaRPr lang="en-US" dirty="0"/>
          </a:p>
          <a:p>
            <a:pPr marL="342900" indent="-342900">
              <a:buFont typeface="+mj-lt"/>
              <a:buAutoNum type="arabicPeriod"/>
            </a:pPr>
            <a:r>
              <a:rPr lang="en-US" dirty="0" smtClean="0"/>
              <a:t>Newsletter </a:t>
            </a:r>
            <a:r>
              <a:rPr lang="en-US" dirty="0"/>
              <a:t>signup with email </a:t>
            </a:r>
            <a:r>
              <a:rPr lang="en-US" dirty="0" smtClean="0"/>
              <a:t>validation.</a:t>
            </a:r>
            <a:endParaRPr lang="en-US" dirty="0"/>
          </a:p>
          <a:p>
            <a:pPr marL="342900" indent="-342900">
              <a:buFont typeface="+mj-lt"/>
              <a:buAutoNum type="arabicPeriod"/>
            </a:pPr>
            <a:r>
              <a:rPr lang="en-US" dirty="0" smtClean="0"/>
              <a:t>Database </a:t>
            </a:r>
            <a:r>
              <a:rPr lang="en-US" dirty="0"/>
              <a:t>integration storing both reservations and newsletter </a:t>
            </a:r>
            <a:r>
              <a:rPr lang="en-US" dirty="0" smtClean="0"/>
              <a:t>subscriptions.</a:t>
            </a:r>
          </a:p>
          <a:p>
            <a:pPr marL="342900" indent="-342900">
              <a:buFont typeface="+mj-lt"/>
              <a:buAutoNum type="arabicPeriod"/>
            </a:pPr>
            <a:r>
              <a:rPr lang="en-US" dirty="0" smtClean="0"/>
              <a:t>Responsive </a:t>
            </a:r>
            <a:r>
              <a:rPr lang="en-US" dirty="0"/>
              <a:t>design that works across all </a:t>
            </a:r>
            <a:r>
              <a:rPr lang="en-US" dirty="0" smtClean="0"/>
              <a:t>devices.</a:t>
            </a:r>
            <a:endParaRPr lang="en-US" dirty="0"/>
          </a:p>
          <a:p>
            <a:pPr marL="342900" indent="-342900">
              <a:buFont typeface="+mj-lt"/>
              <a:buAutoNum type="arabicPeriod"/>
            </a:pPr>
            <a:r>
              <a:rPr lang="en-US" dirty="0" smtClean="0"/>
              <a:t>Modern </a:t>
            </a:r>
            <a:r>
              <a:rPr lang="en-US" dirty="0"/>
              <a:t>UI with smooth animations and </a:t>
            </a:r>
            <a:r>
              <a:rPr lang="en-US" dirty="0" smtClean="0"/>
              <a:t>transitions.</a:t>
            </a:r>
            <a:endParaRPr lang="en-GB" dirty="0"/>
          </a:p>
        </p:txBody>
      </p:sp>
      <p:pic>
        <p:nvPicPr>
          <p:cNvPr id="2" name="Picture 1" descr="Shape, arrow&#10;&#10;Description automatically generated">
            <a:extLst>
              <a:ext uri="{FF2B5EF4-FFF2-40B4-BE49-F238E27FC236}">
                <a16:creationId xmlns="" xmlns:a16="http://schemas.microsoft.com/office/drawing/2014/main" id="{17B9F09A-641A-1B2C-B784-31442921B9E2}"/>
              </a:ext>
            </a:extLst>
          </p:cNvPr>
          <p:cNvPicPr>
            <a:picLocks noGrp="1" noRot="1" noMove="1" noResize="1" noEditPoints="1" noAdjustHandles="1" noChangeArrowheads="1" noChangeShapeType="1" noCrop="1"/>
          </p:cNvPicPr>
          <p:nvPr/>
        </p:nvPicPr>
        <p:blipFill>
          <a:blip r:embed="rId2" cstate="print">
            <a:extLst>
              <a:ext uri="{28A0092B-C50C-407E-A947-70E740481C1C}">
                <a14:useLocalDpi xmlns:a14="http://schemas.microsoft.com/office/drawing/2010/main" val="0"/>
              </a:ext>
            </a:extLst>
          </a:blip>
          <a:stretch>
            <a:fillRect/>
          </a:stretch>
        </p:blipFill>
        <p:spPr>
          <a:xfrm>
            <a:off x="230372" y="196750"/>
            <a:ext cx="393802" cy="457200"/>
          </a:xfrm>
          <a:prstGeom prst="rect">
            <a:avLst/>
          </a:prstGeom>
        </p:spPr>
      </p:pic>
    </p:spTree>
    <p:extLst>
      <p:ext uri="{BB962C8B-B14F-4D97-AF65-F5344CB8AC3E}">
        <p14:creationId xmlns:p14="http://schemas.microsoft.com/office/powerpoint/2010/main" val="41196892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 xmlns:a16="http://schemas.microsoft.com/office/drawing/2014/main" id="{621F4EC7-D9AA-1155-F31D-23AF2C0A8D2F}"/>
              </a:ext>
            </a:extLst>
          </p:cNvPr>
          <p:cNvSpPr>
            <a:spLocks noGrp="1"/>
          </p:cNvSpPr>
          <p:nvPr>
            <p:ph type="title"/>
          </p:nvPr>
        </p:nvSpPr>
        <p:spPr/>
        <p:txBody>
          <a:bodyPr/>
          <a:lstStyle/>
          <a:p>
            <a:r>
              <a:rPr lang="en-GB" dirty="0" smtClean="0"/>
              <a:t>Future Enhancements</a:t>
            </a:r>
            <a:endParaRPr lang="en-GB" dirty="0"/>
          </a:p>
        </p:txBody>
      </p:sp>
      <p:sp>
        <p:nvSpPr>
          <p:cNvPr id="7" name="Text Placeholder 6">
            <a:extLst>
              <a:ext uri="{FF2B5EF4-FFF2-40B4-BE49-F238E27FC236}">
                <a16:creationId xmlns="" xmlns:a16="http://schemas.microsoft.com/office/drawing/2014/main" id="{E44CF3A0-DEC7-98E4-E488-1C7AF562C42A}"/>
              </a:ext>
            </a:extLst>
          </p:cNvPr>
          <p:cNvSpPr>
            <a:spLocks noGrp="1"/>
          </p:cNvSpPr>
          <p:nvPr>
            <p:ph type="body" sz="quarter" idx="19"/>
          </p:nvPr>
        </p:nvSpPr>
        <p:spPr/>
        <p:txBody>
          <a:bodyPr/>
          <a:lstStyle/>
          <a:p>
            <a:r>
              <a:rPr lang="en-GB" dirty="0" smtClean="0"/>
              <a:t>Potential future enhancements could include: </a:t>
            </a:r>
          </a:p>
          <a:p>
            <a:pPr marL="285750" indent="-285750">
              <a:buFontTx/>
              <a:buChar char="-"/>
            </a:pPr>
            <a:r>
              <a:rPr lang="en-GB" dirty="0" smtClean="0"/>
              <a:t>email confirmations for reservations</a:t>
            </a:r>
          </a:p>
          <a:p>
            <a:pPr marL="285750" indent="-285750">
              <a:buFontTx/>
              <a:buChar char="-"/>
            </a:pPr>
            <a:r>
              <a:rPr lang="en-GB" dirty="0" smtClean="0"/>
              <a:t>an admin dashboard for restaurant staff to manage bookings</a:t>
            </a:r>
          </a:p>
          <a:p>
            <a:pPr marL="285750" indent="-285750">
              <a:buFontTx/>
              <a:buChar char="-"/>
            </a:pPr>
            <a:r>
              <a:rPr lang="en-GB" dirty="0" smtClean="0"/>
              <a:t>online payment integration</a:t>
            </a:r>
          </a:p>
          <a:p>
            <a:pPr marL="285750" indent="-285750">
              <a:buFontTx/>
              <a:buChar char="-"/>
            </a:pPr>
            <a:r>
              <a:rPr lang="en-GB" dirty="0" smtClean="0"/>
              <a:t>customer accounts for viewing reservation history</a:t>
            </a:r>
          </a:p>
          <a:p>
            <a:pPr marL="285750" indent="-285750">
              <a:buFontTx/>
              <a:buChar char="-"/>
            </a:pPr>
            <a:r>
              <a:rPr lang="en-GB" dirty="0" smtClean="0"/>
              <a:t>integrated code testing</a:t>
            </a:r>
          </a:p>
          <a:p>
            <a:pPr marL="285750" indent="-285750">
              <a:buFontTx/>
              <a:buChar char="-"/>
            </a:pPr>
            <a:r>
              <a:rPr lang="en-GB" dirty="0" smtClean="0"/>
              <a:t>staging and deployment</a:t>
            </a:r>
            <a:endParaRPr lang="en-GB" dirty="0"/>
          </a:p>
        </p:txBody>
      </p:sp>
    </p:spTree>
    <p:extLst>
      <p:ext uri="{BB962C8B-B14F-4D97-AF65-F5344CB8AC3E}">
        <p14:creationId xmlns:p14="http://schemas.microsoft.com/office/powerpoint/2010/main" val="15070231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 xmlns:a16="http://schemas.microsoft.com/office/drawing/2014/main" id="{0278F36A-D711-C3D5-E57A-C701AF924C3C}"/>
              </a:ext>
            </a:extLst>
          </p:cNvPr>
          <p:cNvSpPr>
            <a:spLocks noGrp="1"/>
          </p:cNvSpPr>
          <p:nvPr>
            <p:ph type="pic" sz="half" idx="14"/>
          </p:nvPr>
        </p:nvSpPr>
        <p:spPr/>
        <p:txBody>
          <a:bodyPr/>
          <a:lstStyle/>
          <a:p>
            <a:endParaRPr lang="en-HK" dirty="0"/>
          </a:p>
        </p:txBody>
      </p:sp>
      <p:sp>
        <p:nvSpPr>
          <p:cNvPr id="3" name="Title 2">
            <a:extLst>
              <a:ext uri="{FF2B5EF4-FFF2-40B4-BE49-F238E27FC236}">
                <a16:creationId xmlns="" xmlns:a16="http://schemas.microsoft.com/office/drawing/2014/main" id="{B7F91CD0-6025-27C6-107D-E4C30FA9E9A1}"/>
              </a:ext>
            </a:extLst>
          </p:cNvPr>
          <p:cNvSpPr>
            <a:spLocks noGrp="1"/>
          </p:cNvSpPr>
          <p:nvPr>
            <p:ph type="title"/>
          </p:nvPr>
        </p:nvSpPr>
        <p:spPr/>
        <p:txBody>
          <a:bodyPr/>
          <a:lstStyle/>
          <a:p>
            <a:r>
              <a:rPr lang="en-GB" dirty="0" smtClean="0"/>
              <a:t>Thank You</a:t>
            </a:r>
            <a:endParaRPr lang="en-GB" dirty="0"/>
          </a:p>
        </p:txBody>
      </p:sp>
      <p:sp>
        <p:nvSpPr>
          <p:cNvPr id="4" name="Text Placeholder 3">
            <a:extLst>
              <a:ext uri="{FF2B5EF4-FFF2-40B4-BE49-F238E27FC236}">
                <a16:creationId xmlns="" xmlns:a16="http://schemas.microsoft.com/office/drawing/2014/main" id="{978A370A-6B86-EA5F-7794-4D1776540AD8}"/>
              </a:ext>
            </a:extLst>
          </p:cNvPr>
          <p:cNvSpPr>
            <a:spLocks noGrp="1"/>
          </p:cNvSpPr>
          <p:nvPr>
            <p:ph type="body" sz="quarter" idx="19"/>
          </p:nvPr>
        </p:nvSpPr>
        <p:spPr/>
        <p:txBody>
          <a:bodyPr/>
          <a:lstStyle/>
          <a:p>
            <a:r>
              <a:rPr lang="en-GB" dirty="0" smtClean="0"/>
              <a:t>By: Vishant Prasad</a:t>
            </a:r>
          </a:p>
          <a:p>
            <a:r>
              <a:rPr lang="en-GB" dirty="0" smtClean="0"/>
              <a:t>Quantic - Masters of Science of Software Engineering (MSSE)</a:t>
            </a:r>
          </a:p>
          <a:p>
            <a:r>
              <a:rPr lang="en-GB" dirty="0" smtClean="0"/>
              <a:t>Web Application &amp; Interface Design Project Presentation</a:t>
            </a:r>
            <a:endParaRPr lang="en-GB" dirty="0"/>
          </a:p>
        </p:txBody>
      </p:sp>
      <p:pic>
        <p:nvPicPr>
          <p:cNvPr id="9" name="Picture 8" descr="Shape, arrow&#10;&#10;Description automatically generated">
            <a:extLst>
              <a:ext uri="{FF2B5EF4-FFF2-40B4-BE49-F238E27FC236}">
                <a16:creationId xmlns="" xmlns:a16="http://schemas.microsoft.com/office/drawing/2014/main" id="{882B39D4-EDC2-64E1-B20A-3A02434B0AEB}"/>
              </a:ext>
            </a:extLst>
          </p:cNvPr>
          <p:cNvPicPr>
            <a:picLocks noGrp="1" noRot="1" noChangeAspect="1" noMove="1" noResize="1" noEditPoints="1" noAdjustHandles="1" noChangeArrowheads="1" noChangeShapeType="1" noCrop="1"/>
          </p:cNvPicPr>
          <p:nvPr/>
        </p:nvPicPr>
        <p:blipFill>
          <a:blip r:embed="rId2" cstate="print">
            <a:extLst>
              <a:ext uri="{28A0092B-C50C-407E-A947-70E740481C1C}">
                <a14:useLocalDpi xmlns:a14="http://schemas.microsoft.com/office/drawing/2010/main" val="0"/>
              </a:ext>
            </a:extLst>
          </a:blip>
          <a:stretch>
            <a:fillRect/>
          </a:stretch>
        </p:blipFill>
        <p:spPr>
          <a:xfrm>
            <a:off x="230372" y="196750"/>
            <a:ext cx="393802" cy="457200"/>
          </a:xfrm>
          <a:prstGeom prst="rect">
            <a:avLst/>
          </a:prstGeom>
        </p:spPr>
      </p:pic>
      <p:sp>
        <p:nvSpPr>
          <p:cNvPr id="12" name="Slide Number Placeholder 5">
            <a:extLst>
              <a:ext uri="{FF2B5EF4-FFF2-40B4-BE49-F238E27FC236}">
                <a16:creationId xmlns="" xmlns:a16="http://schemas.microsoft.com/office/drawing/2014/main" id="{5825C498-3123-ACBA-E91D-75ABC4172D9C}"/>
              </a:ext>
            </a:extLst>
          </p:cNvPr>
          <p:cNvSpPr txBox="1">
            <a:spLocks/>
          </p:cNvSpPr>
          <p:nvPr/>
        </p:nvSpPr>
        <p:spPr>
          <a:xfrm>
            <a:off x="10853417" y="6409344"/>
            <a:ext cx="960212" cy="124622"/>
          </a:xfrm>
          <a:prstGeom prst="rect">
            <a:avLst/>
          </a:prstGeom>
        </p:spPr>
        <p:txBody>
          <a:bodyPr lIns="0" tIns="0" rIns="0" bIns="0"/>
          <a:lstStyle>
            <a:defPPr>
              <a:defRPr lang="en-US"/>
            </a:defPPr>
            <a:lvl1pPr algn="r">
              <a:defRPr sz="1000" b="1">
                <a:solidFill>
                  <a:schemeClr val="bg1"/>
                </a:solidFill>
                <a:latin typeface="Apercu Pro" panose="02000506040000020004" pitchFamily="2" charset="0"/>
                <a:ea typeface="Alibaba PuHuiTi 2.0 55 Regular" panose="00020600040101010101" pitchFamily="18" charset="-122"/>
                <a:cs typeface="Alibaba PuHuiTi 2.0 55 Regular" panose="00020600040101010101" pitchFamily="18" charset="-122"/>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fld id="{4663B93F-C5C2-4CDE-B3E1-04DBF578BDFD}" type="slidenum">
              <a:rPr lang="en-GB" sz="800" b="0" smtClean="0">
                <a:solidFill>
                  <a:schemeClr val="bg1"/>
                </a:solidFill>
                <a:latin typeface="Lab Grotesque Thin" panose="00000200000000000000" pitchFamily="50" charset="0"/>
              </a:rPr>
              <a:pPr lvl="0"/>
              <a:t>8</a:t>
            </a:fld>
            <a:endParaRPr lang="en-GB" sz="800" b="0" dirty="0">
              <a:solidFill>
                <a:schemeClr val="bg1"/>
              </a:solidFill>
              <a:latin typeface="Lab Grotesque Thin" panose="00000200000000000000" pitchFamily="50" charset="0"/>
            </a:endParaRPr>
          </a:p>
        </p:txBody>
      </p:sp>
    </p:spTree>
    <p:extLst>
      <p:ext uri="{BB962C8B-B14F-4D97-AF65-F5344CB8AC3E}">
        <p14:creationId xmlns:p14="http://schemas.microsoft.com/office/powerpoint/2010/main" val="13094622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1696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EFEFEF"/>
      </a:hlink>
      <a:folHlink>
        <a:srgbClr val="954F72"/>
      </a:folHlink>
    </a:clrScheme>
    <a:fontScheme name="Quantic CN 01">
      <a:majorFont>
        <a:latin typeface="Apercu Pro"/>
        <a:ea typeface="Alibaba PuHuiTi 2.0 55 Regular"/>
        <a:cs typeface=""/>
      </a:majorFont>
      <a:minorFont>
        <a:latin typeface="Apercu Pro"/>
        <a:ea typeface="Alibaba PuHuiTi 2.0 55 Regula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9614</TotalTime>
  <Words>274</Words>
  <Application>Microsoft Office PowerPoint</Application>
  <PresentationFormat>Widescreen</PresentationFormat>
  <Paragraphs>44</Paragraphs>
  <Slides>9</Slides>
  <Notes>4</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Aharoni</vt:lpstr>
      <vt:lpstr>Alibaba PuHuiTi 2.0 105 Heavy</vt:lpstr>
      <vt:lpstr>Alibaba PuHuiTi 2.0 55 Regular</vt:lpstr>
      <vt:lpstr>Arial</vt:lpstr>
      <vt:lpstr>Calibri</vt:lpstr>
      <vt:lpstr>Lab Grotesque Bold</vt:lpstr>
      <vt:lpstr>Lab Grotesque Thin</vt:lpstr>
      <vt:lpstr>Office Theme</vt:lpstr>
      <vt:lpstr>Café Fausse</vt:lpstr>
      <vt:lpstr>Introduction</vt:lpstr>
      <vt:lpstr>Technical Implementation</vt:lpstr>
      <vt:lpstr>Architecture Diagram</vt:lpstr>
      <vt:lpstr>Responsive Design Demo</vt:lpstr>
      <vt:lpstr>Summary</vt:lpstr>
      <vt:lpstr>Future Enhancements</vt:lpstr>
      <vt:lpstr>Thank You</vt:lpstr>
      <vt:lpstr>PowerPoint Presentation</vt:lpstr>
    </vt:vector>
  </TitlesOfParts>
  <Manager>Masters of Science of Software Engineering</Manager>
  <Company>Quantic</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Application &amp; Interface Design Project Presentation</dc:title>
  <dc:subject>Web Application &amp; Interface Design</dc:subject>
  <dc:creator>Vishant Prasad</dc:creator>
  <cp:lastModifiedBy>Microsoft account</cp:lastModifiedBy>
  <cp:revision>1145</cp:revision>
  <dcterms:created xsi:type="dcterms:W3CDTF">2022-02-16T01:08:00Z</dcterms:created>
  <dcterms:modified xsi:type="dcterms:W3CDTF">2025-12-23T16:48:34Z</dcterms:modified>
  <cp:category>Supporting Project Documentation</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2052-11.1.0.9021</vt:lpwstr>
  </property>
  <property fmtid="{D5CDD505-2E9C-101B-9397-08002B2CF9AE}" pid="3" name="Checked by">
    <vt:lpwstr>Vishant Prasad</vt:lpwstr>
  </property>
  <property fmtid="{D5CDD505-2E9C-101B-9397-08002B2CF9AE}" pid="4" name="Date completed">
    <vt:filetime>2025-12-22T13:00:00Z</vt:filetime>
  </property>
  <property fmtid="{D5CDD505-2E9C-101B-9397-08002B2CF9AE}" pid="5" name="Department">
    <vt:lpwstr>MSSE</vt:lpwstr>
  </property>
  <property fmtid="{D5CDD505-2E9C-101B-9397-08002B2CF9AE}" pid="6" name="Document number">
    <vt:i4>1</vt:i4>
  </property>
  <property fmtid="{D5CDD505-2E9C-101B-9397-08002B2CF9AE}" pid="7" name="Editor">
    <vt:lpwstr>Vishant Prasad</vt:lpwstr>
  </property>
  <property fmtid="{D5CDD505-2E9C-101B-9397-08002B2CF9AE}" pid="8" name="Project">
    <vt:lpwstr>Web Application &amp; Interface Design</vt:lpwstr>
  </property>
  <property fmtid="{D5CDD505-2E9C-101B-9397-08002B2CF9AE}" pid="9" name="Publisher">
    <vt:lpwstr>Vishant Prasad</vt:lpwstr>
  </property>
</Properties>
</file>